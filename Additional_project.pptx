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1"/>
  </p:sldMasterIdLst>
  <p:sldIdLst>
    <p:sldId id="257" r:id="rId2"/>
    <p:sldId id="263" r:id="rId3"/>
    <p:sldId id="264" r:id="rId4"/>
    <p:sldId id="262" r:id="rId5"/>
    <p:sldId id="26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E8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81D692-053E-4512-A301-B8044F8198D4}" v="295" dt="2025-04-05T17:42:36.1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91" d="100"/>
          <a:sy n="91" d="100"/>
        </p:scale>
        <p:origin x="20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Anand" userId="7b7b765aff5a999a" providerId="LiveId" clId="{9B81D692-053E-4512-A301-B8044F8198D4}"/>
    <pc:docChg chg="undo custSel addSld delSld modSld modMainMaster">
      <pc:chgData name="Abhishek Anand" userId="7b7b765aff5a999a" providerId="LiveId" clId="{9B81D692-053E-4512-A301-B8044F8198D4}" dt="2025-04-05T17:43:33.104" v="1480" actId="14100"/>
      <pc:docMkLst>
        <pc:docMk/>
      </pc:docMkLst>
      <pc:sldChg chg="new del">
        <pc:chgData name="Abhishek Anand" userId="7b7b765aff5a999a" providerId="LiveId" clId="{9B81D692-053E-4512-A301-B8044F8198D4}" dt="2025-04-05T06:11:39.500" v="2" actId="47"/>
        <pc:sldMkLst>
          <pc:docMk/>
          <pc:sldMk cId="1873900188" sldId="256"/>
        </pc:sldMkLst>
      </pc:sldChg>
      <pc:sldChg chg="addSp delSp modSp new mod">
        <pc:chgData name="Abhishek Anand" userId="7b7b765aff5a999a" providerId="LiveId" clId="{9B81D692-053E-4512-A301-B8044F8198D4}" dt="2025-04-05T09:06:31.423" v="566" actId="14100"/>
        <pc:sldMkLst>
          <pc:docMk/>
          <pc:sldMk cId="3396061433" sldId="257"/>
        </pc:sldMkLst>
        <pc:spChg chg="add mod">
          <ac:chgData name="Abhishek Anand" userId="7b7b765aff5a999a" providerId="LiveId" clId="{9B81D692-053E-4512-A301-B8044F8198D4}" dt="2025-04-05T09:05:52.541" v="565" actId="1076"/>
          <ac:spMkLst>
            <pc:docMk/>
            <pc:sldMk cId="3396061433" sldId="257"/>
            <ac:spMk id="12" creationId="{C28F24EC-12E9-C073-FE19-E2C166081270}"/>
          </ac:spMkLst>
        </pc:spChg>
        <pc:spChg chg="add mod">
          <ac:chgData name="Abhishek Anand" userId="7b7b765aff5a999a" providerId="LiveId" clId="{9B81D692-053E-4512-A301-B8044F8198D4}" dt="2025-04-05T07:51:50.603" v="342" actId="20577"/>
          <ac:spMkLst>
            <pc:docMk/>
            <pc:sldMk cId="3396061433" sldId="257"/>
            <ac:spMk id="15" creationId="{793EED2B-3F8E-CAB4-14DE-69DAE32FE6BB}"/>
          </ac:spMkLst>
        </pc:spChg>
        <pc:spChg chg="add mod">
          <ac:chgData name="Abhishek Anand" userId="7b7b765aff5a999a" providerId="LiveId" clId="{9B81D692-053E-4512-A301-B8044F8198D4}" dt="2025-04-05T07:51:41.903" v="341" actId="1076"/>
          <ac:spMkLst>
            <pc:docMk/>
            <pc:sldMk cId="3396061433" sldId="257"/>
            <ac:spMk id="16" creationId="{A79EB4E7-1DE5-81F8-B40D-12B85997E6F6}"/>
          </ac:spMkLst>
        </pc:spChg>
        <pc:picChg chg="add del mod">
          <ac:chgData name="Abhishek Anand" userId="7b7b765aff5a999a" providerId="LiveId" clId="{9B81D692-053E-4512-A301-B8044F8198D4}" dt="2025-04-05T06:17:45.448" v="9" actId="478"/>
          <ac:picMkLst>
            <pc:docMk/>
            <pc:sldMk cId="3396061433" sldId="257"/>
            <ac:picMk id="3" creationId="{4DF2ACBF-62DD-8C41-11F5-8F11C6B919B3}"/>
          </ac:picMkLst>
        </pc:picChg>
        <pc:picChg chg="add del mod">
          <ac:chgData name="Abhishek Anand" userId="7b7b765aff5a999a" providerId="LiveId" clId="{9B81D692-053E-4512-A301-B8044F8198D4}" dt="2025-04-05T06:27:36.924" v="26" actId="478"/>
          <ac:picMkLst>
            <pc:docMk/>
            <pc:sldMk cId="3396061433" sldId="257"/>
            <ac:picMk id="5" creationId="{B8A54E02-2EC6-4E33-3043-A56700DA5FB2}"/>
          </ac:picMkLst>
        </pc:picChg>
        <pc:picChg chg="add del mod">
          <ac:chgData name="Abhishek Anand" userId="7b7b765aff5a999a" providerId="LiveId" clId="{9B81D692-053E-4512-A301-B8044F8198D4}" dt="2025-04-05T06:22:26.533" v="16" actId="478"/>
          <ac:picMkLst>
            <pc:docMk/>
            <pc:sldMk cId="3396061433" sldId="257"/>
            <ac:picMk id="7" creationId="{C231213F-6049-93F3-2277-F788E9E4B5CD}"/>
          </ac:picMkLst>
        </pc:picChg>
        <pc:picChg chg="add del mod">
          <ac:chgData name="Abhishek Anand" userId="7b7b765aff5a999a" providerId="LiveId" clId="{9B81D692-053E-4512-A301-B8044F8198D4}" dt="2025-04-05T06:23:17.456" v="21" actId="478"/>
          <ac:picMkLst>
            <pc:docMk/>
            <pc:sldMk cId="3396061433" sldId="257"/>
            <ac:picMk id="9" creationId="{5C6B0F6C-D788-BD62-8156-0A5F66E13253}"/>
          </ac:picMkLst>
        </pc:picChg>
        <pc:picChg chg="add del mod">
          <ac:chgData name="Abhishek Anand" userId="7b7b765aff5a999a" providerId="LiveId" clId="{9B81D692-053E-4512-A301-B8044F8198D4}" dt="2025-04-05T07:20:10.903" v="232" actId="478"/>
          <ac:picMkLst>
            <pc:docMk/>
            <pc:sldMk cId="3396061433" sldId="257"/>
            <ac:picMk id="11" creationId="{148828AF-D5E6-826A-86D3-F60F440F62B5}"/>
          </ac:picMkLst>
        </pc:picChg>
        <pc:picChg chg="add mod modCrop">
          <ac:chgData name="Abhishek Anand" userId="7b7b765aff5a999a" providerId="LiveId" clId="{9B81D692-053E-4512-A301-B8044F8198D4}" dt="2025-04-05T09:06:31.423" v="566" actId="14100"/>
          <ac:picMkLst>
            <pc:docMk/>
            <pc:sldMk cId="3396061433" sldId="257"/>
            <ac:picMk id="14" creationId="{98F92D44-7E32-7DDE-70F4-12026FD71DEB}"/>
          </ac:picMkLst>
        </pc:picChg>
        <pc:picChg chg="add del mod">
          <ac:chgData name="Abhishek Anand" userId="7b7b765aff5a999a" providerId="LiveId" clId="{9B81D692-053E-4512-A301-B8044F8198D4}" dt="2025-04-05T07:33:05.417" v="319" actId="478"/>
          <ac:picMkLst>
            <pc:docMk/>
            <pc:sldMk cId="3396061433" sldId="257"/>
            <ac:picMk id="18" creationId="{2604855F-9705-7F43-BFB9-08E7650AF1C0}"/>
          </ac:picMkLst>
        </pc:picChg>
        <pc:picChg chg="add mod">
          <ac:chgData name="Abhishek Anand" userId="7b7b765aff5a999a" providerId="LiveId" clId="{9B81D692-053E-4512-A301-B8044F8198D4}" dt="2025-04-05T07:51:30.287" v="339" actId="1076"/>
          <ac:picMkLst>
            <pc:docMk/>
            <pc:sldMk cId="3396061433" sldId="257"/>
            <ac:picMk id="20" creationId="{B3F3F0BE-C731-3826-E9BB-73F24A84D51E}"/>
          </ac:picMkLst>
        </pc:picChg>
      </pc:sldChg>
      <pc:sldChg chg="addSp delSp modSp new mod setBg">
        <pc:chgData name="Abhishek Anand" userId="7b7b765aff5a999a" providerId="LiveId" clId="{9B81D692-053E-4512-A301-B8044F8198D4}" dt="2025-04-05T17:19:01.570" v="1228" actId="21"/>
        <pc:sldMkLst>
          <pc:docMk/>
          <pc:sldMk cId="4177371970" sldId="258"/>
        </pc:sldMkLst>
        <pc:spChg chg="add del mod">
          <ac:chgData name="Abhishek Anand" userId="7b7b765aff5a999a" providerId="LiveId" clId="{9B81D692-053E-4512-A301-B8044F8198D4}" dt="2025-04-05T07:53:54.001" v="373" actId="478"/>
          <ac:spMkLst>
            <pc:docMk/>
            <pc:sldMk cId="4177371970" sldId="258"/>
            <ac:spMk id="7" creationId="{0350084E-1C3D-53E9-7EDF-A9EA03176E63}"/>
          </ac:spMkLst>
        </pc:spChg>
        <pc:spChg chg="add mod">
          <ac:chgData name="Abhishek Anand" userId="7b7b765aff5a999a" providerId="LiveId" clId="{9B81D692-053E-4512-A301-B8044F8198D4}" dt="2025-04-05T07:53:41.459" v="371" actId="1076"/>
          <ac:spMkLst>
            <pc:docMk/>
            <pc:sldMk cId="4177371970" sldId="258"/>
            <ac:spMk id="8" creationId="{ED4C30F9-B5B3-6B7C-0F5C-0F68AD7C5BD9}"/>
          </ac:spMkLst>
        </pc:spChg>
        <pc:spChg chg="add mod">
          <ac:chgData name="Abhishek Anand" userId="7b7b765aff5a999a" providerId="LiveId" clId="{9B81D692-053E-4512-A301-B8044F8198D4}" dt="2025-04-05T15:38:28.199" v="1046" actId="1076"/>
          <ac:spMkLst>
            <pc:docMk/>
            <pc:sldMk cId="4177371970" sldId="258"/>
            <ac:spMk id="9" creationId="{35CCACDF-9E8C-0504-4EAF-38E733C8493B}"/>
          </ac:spMkLst>
        </pc:spChg>
        <pc:spChg chg="add del mod">
          <ac:chgData name="Abhishek Anand" userId="7b7b765aff5a999a" providerId="LiveId" clId="{9B81D692-053E-4512-A301-B8044F8198D4}" dt="2025-04-05T07:55:38.777" v="405" actId="478"/>
          <ac:spMkLst>
            <pc:docMk/>
            <pc:sldMk cId="4177371970" sldId="258"/>
            <ac:spMk id="10" creationId="{590C8378-BC77-8929-A87D-52915DF7FE8B}"/>
          </ac:spMkLst>
        </pc:spChg>
        <pc:spChg chg="add">
          <ac:chgData name="Abhishek Anand" userId="7b7b765aff5a999a" providerId="LiveId" clId="{9B81D692-053E-4512-A301-B8044F8198D4}" dt="2025-04-05T07:55:05.316" v="401"/>
          <ac:spMkLst>
            <pc:docMk/>
            <pc:sldMk cId="4177371970" sldId="258"/>
            <ac:spMk id="11" creationId="{D15CF31F-0460-EB0B-B27E-39005E3302AF}"/>
          </ac:spMkLst>
        </pc:spChg>
        <pc:spChg chg="add">
          <ac:chgData name="Abhishek Anand" userId="7b7b765aff5a999a" providerId="LiveId" clId="{9B81D692-053E-4512-A301-B8044F8198D4}" dt="2025-04-05T07:55:28.206" v="404"/>
          <ac:spMkLst>
            <pc:docMk/>
            <pc:sldMk cId="4177371970" sldId="258"/>
            <ac:spMk id="12" creationId="{AAA04499-0956-A466-7655-60C190F0578B}"/>
          </ac:spMkLst>
        </pc:spChg>
        <pc:spChg chg="add del mod">
          <ac:chgData name="Abhishek Anand" userId="7b7b765aff5a999a" providerId="LiveId" clId="{9B81D692-053E-4512-A301-B8044F8198D4}" dt="2025-04-05T07:55:59.712" v="412"/>
          <ac:spMkLst>
            <pc:docMk/>
            <pc:sldMk cId="4177371970" sldId="258"/>
            <ac:spMk id="13" creationId="{E6B60702-8213-3A96-F10A-AF607B1A0CDB}"/>
          </ac:spMkLst>
        </pc:spChg>
        <pc:spChg chg="add del mod">
          <ac:chgData name="Abhishek Anand" userId="7b7b765aff5a999a" providerId="LiveId" clId="{9B81D692-053E-4512-A301-B8044F8198D4}" dt="2025-04-05T07:59:19.910" v="457" actId="478"/>
          <ac:spMkLst>
            <pc:docMk/>
            <pc:sldMk cId="4177371970" sldId="258"/>
            <ac:spMk id="14" creationId="{B961A825-0AA8-A10E-F5F4-9627B5B552DF}"/>
          </ac:spMkLst>
        </pc:spChg>
        <pc:spChg chg="add del mod">
          <ac:chgData name="Abhishek Anand" userId="7b7b765aff5a999a" providerId="LiveId" clId="{9B81D692-053E-4512-A301-B8044F8198D4}" dt="2025-04-05T07:58:10.145" v="442"/>
          <ac:spMkLst>
            <pc:docMk/>
            <pc:sldMk cId="4177371970" sldId="258"/>
            <ac:spMk id="15" creationId="{8D36F200-33B7-DC19-8746-48F6A5CA0886}"/>
          </ac:spMkLst>
        </pc:spChg>
        <pc:spChg chg="add mod">
          <ac:chgData name="Abhishek Anand" userId="7b7b765aff5a999a" providerId="LiveId" clId="{9B81D692-053E-4512-A301-B8044F8198D4}" dt="2025-04-05T09:06:58.489" v="567" actId="20577"/>
          <ac:spMkLst>
            <pc:docMk/>
            <pc:sldMk cId="4177371970" sldId="258"/>
            <ac:spMk id="16" creationId="{68F672A5-DDA1-87BD-5FE6-CD5600C5F982}"/>
          </ac:spMkLst>
        </pc:spChg>
        <pc:graphicFrameChg chg="add del mod">
          <ac:chgData name="Abhishek Anand" userId="7b7b765aff5a999a" providerId="LiveId" clId="{9B81D692-053E-4512-A301-B8044F8198D4}" dt="2025-04-05T07:12:01.294" v="213" actId="478"/>
          <ac:graphicFrameMkLst>
            <pc:docMk/>
            <pc:sldMk cId="4177371970" sldId="258"/>
            <ac:graphicFrameMk id="2" creationId="{9F11A919-6A75-028F-CA24-3DE0C99DE080}"/>
          </ac:graphicFrameMkLst>
        </pc:graphicFrameChg>
        <pc:picChg chg="add del mod">
          <ac:chgData name="Abhishek Anand" userId="7b7b765aff5a999a" providerId="LiveId" clId="{9B81D692-053E-4512-A301-B8044F8198D4}" dt="2025-04-05T07:12:56.357" v="221" actId="478"/>
          <ac:picMkLst>
            <pc:docMk/>
            <pc:sldMk cId="4177371970" sldId="258"/>
            <ac:picMk id="4" creationId="{36347E8E-D231-8E96-595C-96623DF020DC}"/>
          </ac:picMkLst>
        </pc:picChg>
        <pc:picChg chg="add del mod">
          <ac:chgData name="Abhishek Anand" userId="7b7b765aff5a999a" providerId="LiveId" clId="{9B81D692-053E-4512-A301-B8044F8198D4}" dt="2025-04-05T07:13:13.514" v="223" actId="478"/>
          <ac:picMkLst>
            <pc:docMk/>
            <pc:sldMk cId="4177371970" sldId="258"/>
            <ac:picMk id="6" creationId="{927F0CD1-432D-5987-8196-CA6697541A46}"/>
          </ac:picMkLst>
        </pc:picChg>
        <pc:picChg chg="add del mod modCrop">
          <ac:chgData name="Abhishek Anand" userId="7b7b765aff5a999a" providerId="LiveId" clId="{9B81D692-053E-4512-A301-B8044F8198D4}" dt="2025-04-05T17:19:01.570" v="1228" actId="21"/>
          <ac:picMkLst>
            <pc:docMk/>
            <pc:sldMk cId="4177371970" sldId="258"/>
            <ac:picMk id="18" creationId="{614468FE-CC97-3DBA-106C-309AFB768464}"/>
          </ac:picMkLst>
        </pc:picChg>
        <pc:picChg chg="add mod">
          <ac:chgData name="Abhishek Anand" userId="7b7b765aff5a999a" providerId="LiveId" clId="{9B81D692-053E-4512-A301-B8044F8198D4}" dt="2025-04-05T10:56:42.150" v="888" actId="14100"/>
          <ac:picMkLst>
            <pc:docMk/>
            <pc:sldMk cId="4177371970" sldId="258"/>
            <ac:picMk id="20" creationId="{66D94233-6A73-5C1F-51C7-885242A61464}"/>
          </ac:picMkLst>
        </pc:picChg>
      </pc:sldChg>
      <pc:sldChg chg="addSp delSp modSp new mod setBg">
        <pc:chgData name="Abhishek Anand" userId="7b7b765aff5a999a" providerId="LiveId" clId="{9B81D692-053E-4512-A301-B8044F8198D4}" dt="2025-04-05T17:43:33.104" v="1480" actId="14100"/>
        <pc:sldMkLst>
          <pc:docMk/>
          <pc:sldMk cId="2172651455" sldId="259"/>
        </pc:sldMkLst>
        <pc:spChg chg="add mod">
          <ac:chgData name="Abhishek Anand" userId="7b7b765aff5a999a" providerId="LiveId" clId="{9B81D692-053E-4512-A301-B8044F8198D4}" dt="2025-04-05T15:38:50.336" v="1048" actId="1076"/>
          <ac:spMkLst>
            <pc:docMk/>
            <pc:sldMk cId="2172651455" sldId="259"/>
            <ac:spMk id="3" creationId="{3CE1FBFD-9402-7F04-E51E-BF5856CE3A4B}"/>
          </ac:spMkLst>
        </pc:spChg>
        <pc:spChg chg="add">
          <ac:chgData name="Abhishek Anand" userId="7b7b765aff5a999a" providerId="LiveId" clId="{9B81D692-053E-4512-A301-B8044F8198D4}" dt="2025-04-05T09:07:50.277" v="568"/>
          <ac:spMkLst>
            <pc:docMk/>
            <pc:sldMk cId="2172651455" sldId="259"/>
            <ac:spMk id="4" creationId="{E0C61C9C-90B8-2A45-196D-4E84BF002FE2}"/>
          </ac:spMkLst>
        </pc:spChg>
        <pc:spChg chg="add del mod">
          <ac:chgData name="Abhishek Anand" userId="7b7b765aff5a999a" providerId="LiveId" clId="{9B81D692-053E-4512-A301-B8044F8198D4}" dt="2025-04-05T09:08:06.836" v="573"/>
          <ac:spMkLst>
            <pc:docMk/>
            <pc:sldMk cId="2172651455" sldId="259"/>
            <ac:spMk id="5" creationId="{B44F5157-0F24-721E-590D-2079C2BD9365}"/>
          </ac:spMkLst>
        </pc:spChg>
        <pc:spChg chg="add del mod">
          <ac:chgData name="Abhishek Anand" userId="7b7b765aff5a999a" providerId="LiveId" clId="{9B81D692-053E-4512-A301-B8044F8198D4}" dt="2025-04-05T10:18:06.868" v="602" actId="478"/>
          <ac:spMkLst>
            <pc:docMk/>
            <pc:sldMk cId="2172651455" sldId="259"/>
            <ac:spMk id="6" creationId="{D458DB1A-D36D-1466-C0C4-54F93C5283E1}"/>
          </ac:spMkLst>
        </pc:spChg>
        <pc:spChg chg="add del mod">
          <ac:chgData name="Abhishek Anand" userId="7b7b765aff5a999a" providerId="LiveId" clId="{9B81D692-053E-4512-A301-B8044F8198D4}" dt="2025-04-05T10:17:02.892" v="579"/>
          <ac:spMkLst>
            <pc:docMk/>
            <pc:sldMk cId="2172651455" sldId="259"/>
            <ac:spMk id="7" creationId="{892C9DB2-F203-68EF-0B66-4F29F0C162F8}"/>
          </ac:spMkLst>
        </pc:spChg>
        <pc:spChg chg="add mod">
          <ac:chgData name="Abhishek Anand" userId="7b7b765aff5a999a" providerId="LiveId" clId="{9B81D692-053E-4512-A301-B8044F8198D4}" dt="2025-04-05T10:31:12.825" v="708" actId="1076"/>
          <ac:spMkLst>
            <pc:docMk/>
            <pc:sldMk cId="2172651455" sldId="259"/>
            <ac:spMk id="8" creationId="{F0A98965-2393-635C-B132-C5846EC4836D}"/>
          </ac:spMkLst>
        </pc:spChg>
        <pc:picChg chg="add mod modCrop">
          <ac:chgData name="Abhishek Anand" userId="7b7b765aff5a999a" providerId="LiveId" clId="{9B81D692-053E-4512-A301-B8044F8198D4}" dt="2025-04-05T17:43:33.104" v="1480" actId="14100"/>
          <ac:picMkLst>
            <pc:docMk/>
            <pc:sldMk cId="2172651455" sldId="259"/>
            <ac:picMk id="4" creationId="{9EAB089F-BFB8-EB71-6913-C10C9868CB76}"/>
          </ac:picMkLst>
        </pc:picChg>
        <pc:picChg chg="add del mod modCrop">
          <ac:chgData name="Abhishek Anand" userId="7b7b765aff5a999a" providerId="LiveId" clId="{9B81D692-053E-4512-A301-B8044F8198D4}" dt="2025-04-05T10:27:16.288" v="683" actId="478"/>
          <ac:picMkLst>
            <pc:docMk/>
            <pc:sldMk cId="2172651455" sldId="259"/>
            <ac:picMk id="10" creationId="{597D1B79-F10F-85CB-6A33-977D3DCFA6A5}"/>
          </ac:picMkLst>
        </pc:picChg>
        <pc:picChg chg="add del mod modCrop">
          <ac:chgData name="Abhishek Anand" userId="7b7b765aff5a999a" providerId="LiveId" clId="{9B81D692-053E-4512-A301-B8044F8198D4}" dt="2025-04-05T17:42:27.936" v="1468" actId="478"/>
          <ac:picMkLst>
            <pc:docMk/>
            <pc:sldMk cId="2172651455" sldId="259"/>
            <ac:picMk id="12" creationId="{5A33E9EE-30F1-278E-803C-36F3349EEB42}"/>
          </ac:picMkLst>
        </pc:picChg>
        <pc:picChg chg="add mod">
          <ac:chgData name="Abhishek Anand" userId="7b7b765aff5a999a" providerId="LiveId" clId="{9B81D692-053E-4512-A301-B8044F8198D4}" dt="2025-04-05T17:18:56.930" v="1227" actId="1076"/>
          <ac:picMkLst>
            <pc:docMk/>
            <pc:sldMk cId="2172651455" sldId="259"/>
            <ac:picMk id="18" creationId="{614468FE-CC97-3DBA-106C-309AFB768464}"/>
          </ac:picMkLst>
        </pc:picChg>
      </pc:sldChg>
      <pc:sldChg chg="new del">
        <pc:chgData name="Abhishek Anand" userId="7b7b765aff5a999a" providerId="LiveId" clId="{9B81D692-053E-4512-A301-B8044F8198D4}" dt="2025-04-05T07:29:19.658" v="277" actId="2696"/>
        <pc:sldMkLst>
          <pc:docMk/>
          <pc:sldMk cId="3188861843" sldId="260"/>
        </pc:sldMkLst>
      </pc:sldChg>
      <pc:sldChg chg="addSp modSp new mod">
        <pc:chgData name="Abhishek Anand" userId="7b7b765aff5a999a" providerId="LiveId" clId="{9B81D692-053E-4512-A301-B8044F8198D4}" dt="2025-04-05T17:20:27.579" v="1232" actId="1076"/>
        <pc:sldMkLst>
          <pc:docMk/>
          <pc:sldMk cId="338196670" sldId="261"/>
        </pc:sldMkLst>
        <pc:picChg chg="add mod">
          <ac:chgData name="Abhishek Anand" userId="7b7b765aff5a999a" providerId="LiveId" clId="{9B81D692-053E-4512-A301-B8044F8198D4}" dt="2025-04-05T17:20:27.579" v="1232" actId="1076"/>
          <ac:picMkLst>
            <pc:docMk/>
            <pc:sldMk cId="338196670" sldId="261"/>
            <ac:picMk id="3" creationId="{6DE105FB-E6DB-E760-70C4-720B5C8E2E0B}"/>
          </ac:picMkLst>
        </pc:picChg>
      </pc:sldChg>
      <pc:sldChg chg="addSp modSp add mod">
        <pc:chgData name="Abhishek Anand" userId="7b7b765aff5a999a" providerId="LiveId" clId="{9B81D692-053E-4512-A301-B8044F8198D4}" dt="2025-04-05T17:35:28.345" v="1467" actId="1076"/>
        <pc:sldMkLst>
          <pc:docMk/>
          <pc:sldMk cId="850545431" sldId="262"/>
        </pc:sldMkLst>
        <pc:spChg chg="add mod">
          <ac:chgData name="Abhishek Anand" userId="7b7b765aff5a999a" providerId="LiveId" clId="{9B81D692-053E-4512-A301-B8044F8198D4}" dt="2025-04-05T17:32:39.588" v="1433" actId="255"/>
          <ac:spMkLst>
            <pc:docMk/>
            <pc:sldMk cId="850545431" sldId="262"/>
            <ac:spMk id="2" creationId="{426A87F7-35F7-D617-EB35-EB899C6AD8E3}"/>
          </ac:spMkLst>
        </pc:spChg>
        <pc:spChg chg="add mod">
          <ac:chgData name="Abhishek Anand" userId="7b7b765aff5a999a" providerId="LiveId" clId="{9B81D692-053E-4512-A301-B8044F8198D4}" dt="2025-04-05T17:35:28.345" v="1467" actId="1076"/>
          <ac:spMkLst>
            <pc:docMk/>
            <pc:sldMk cId="850545431" sldId="262"/>
            <ac:spMk id="3" creationId="{03D98D00-D932-778C-DAEC-08AF97C5D3E6}"/>
          </ac:spMkLst>
        </pc:spChg>
        <pc:spChg chg="add mod">
          <ac:chgData name="Abhishek Anand" userId="7b7b765aff5a999a" providerId="LiveId" clId="{9B81D692-053E-4512-A301-B8044F8198D4}" dt="2025-04-05T17:28:04.999" v="1398"/>
          <ac:spMkLst>
            <pc:docMk/>
            <pc:sldMk cId="850545431" sldId="262"/>
            <ac:spMk id="6" creationId="{00F0C8A0-25A1-C7FE-19BB-D9FA7D71A1AB}"/>
          </ac:spMkLst>
        </pc:spChg>
        <pc:spChg chg="add mod">
          <ac:chgData name="Abhishek Anand" userId="7b7b765aff5a999a" providerId="LiveId" clId="{9B81D692-053E-4512-A301-B8044F8198D4}" dt="2025-04-05T17:28:04.999" v="1398"/>
          <ac:spMkLst>
            <pc:docMk/>
            <pc:sldMk cId="850545431" sldId="262"/>
            <ac:spMk id="8" creationId="{4C39C2E3-7B28-5B6F-AD03-2EED43C704CD}"/>
          </ac:spMkLst>
        </pc:spChg>
        <pc:spChg chg="add mod">
          <ac:chgData name="Abhishek Anand" userId="7b7b765aff5a999a" providerId="LiveId" clId="{9B81D692-053E-4512-A301-B8044F8198D4}" dt="2025-04-05T17:28:04.999" v="1398"/>
          <ac:spMkLst>
            <pc:docMk/>
            <pc:sldMk cId="850545431" sldId="262"/>
            <ac:spMk id="10" creationId="{60DEFF21-6C87-4572-EEFC-46B751C9BA9A}"/>
          </ac:spMkLst>
        </pc:spChg>
        <pc:spChg chg="add mod">
          <ac:chgData name="Abhishek Anand" userId="7b7b765aff5a999a" providerId="LiveId" clId="{9B81D692-053E-4512-A301-B8044F8198D4}" dt="2025-04-05T17:28:04.999" v="1398"/>
          <ac:spMkLst>
            <pc:docMk/>
            <pc:sldMk cId="850545431" sldId="262"/>
            <ac:spMk id="11" creationId="{5C2A8858-6437-E555-019C-298133D1958A}"/>
          </ac:spMkLst>
        </pc:spChg>
        <pc:spChg chg="add mod">
          <ac:chgData name="Abhishek Anand" userId="7b7b765aff5a999a" providerId="LiveId" clId="{9B81D692-053E-4512-A301-B8044F8198D4}" dt="2025-04-05T17:28:04.999" v="1398"/>
          <ac:spMkLst>
            <pc:docMk/>
            <pc:sldMk cId="850545431" sldId="262"/>
            <ac:spMk id="12" creationId="{9DB13EEF-8449-9479-F2E8-90CAA98B917A}"/>
          </ac:spMkLst>
        </pc:spChg>
        <pc:spChg chg="add mod">
          <ac:chgData name="Abhishek Anand" userId="7b7b765aff5a999a" providerId="LiveId" clId="{9B81D692-053E-4512-A301-B8044F8198D4}" dt="2025-04-05T17:28:04.999" v="1398"/>
          <ac:spMkLst>
            <pc:docMk/>
            <pc:sldMk cId="850545431" sldId="262"/>
            <ac:spMk id="13" creationId="{B696049F-D4C3-D0B8-1A1A-14E17C6AC56F}"/>
          </ac:spMkLst>
        </pc:spChg>
        <pc:spChg chg="add mod">
          <ac:chgData name="Abhishek Anand" userId="7b7b765aff5a999a" providerId="LiveId" clId="{9B81D692-053E-4512-A301-B8044F8198D4}" dt="2025-04-05T17:28:04.999" v="1398"/>
          <ac:spMkLst>
            <pc:docMk/>
            <pc:sldMk cId="850545431" sldId="262"/>
            <ac:spMk id="15" creationId="{BA3580EE-DA36-831A-0044-D2DF80DFC357}"/>
          </ac:spMkLst>
        </pc:spChg>
        <pc:spChg chg="add mod">
          <ac:chgData name="Abhishek Anand" userId="7b7b765aff5a999a" providerId="LiveId" clId="{9B81D692-053E-4512-A301-B8044F8198D4}" dt="2025-04-05T17:28:04.999" v="1398"/>
          <ac:spMkLst>
            <pc:docMk/>
            <pc:sldMk cId="850545431" sldId="262"/>
            <ac:spMk id="16" creationId="{130335EA-423A-C6FD-C9EA-E0BACF31EB7C}"/>
          </ac:spMkLst>
        </pc:spChg>
        <pc:spChg chg="add mod">
          <ac:chgData name="Abhishek Anand" userId="7b7b765aff5a999a" providerId="LiveId" clId="{9B81D692-053E-4512-A301-B8044F8198D4}" dt="2025-04-05T17:28:04.999" v="1398"/>
          <ac:spMkLst>
            <pc:docMk/>
            <pc:sldMk cId="850545431" sldId="262"/>
            <ac:spMk id="17" creationId="{6D1FA283-AE9F-5D1E-F99C-B63D2DC57459}"/>
          </ac:spMkLst>
        </pc:spChg>
        <pc:spChg chg="add mod">
          <ac:chgData name="Abhishek Anand" userId="7b7b765aff5a999a" providerId="LiveId" clId="{9B81D692-053E-4512-A301-B8044F8198D4}" dt="2025-04-05T17:28:04.999" v="1398"/>
          <ac:spMkLst>
            <pc:docMk/>
            <pc:sldMk cId="850545431" sldId="262"/>
            <ac:spMk id="18" creationId="{BDA0DB81-3A7F-59E6-0868-01207A7469D1}"/>
          </ac:spMkLst>
        </pc:spChg>
        <pc:picChg chg="add mod">
          <ac:chgData name="Abhishek Anand" userId="7b7b765aff5a999a" providerId="LiveId" clId="{9B81D692-053E-4512-A301-B8044F8198D4}" dt="2025-04-05T17:35:20.737" v="1466" actId="1076"/>
          <ac:picMkLst>
            <pc:docMk/>
            <pc:sldMk cId="850545431" sldId="262"/>
            <ac:picMk id="20" creationId="{64698174-7552-9C08-E9AA-8D88878A8087}"/>
          </ac:picMkLst>
        </pc:picChg>
      </pc:sldChg>
      <pc:sldChg chg="addSp delSp modSp add mod">
        <pc:chgData name="Abhishek Anand" userId="7b7b765aff5a999a" providerId="LiveId" clId="{9B81D692-053E-4512-A301-B8044F8198D4}" dt="2025-04-05T16:11:33.755" v="1146" actId="1076"/>
        <pc:sldMkLst>
          <pc:docMk/>
          <pc:sldMk cId="4270540828" sldId="263"/>
        </pc:sldMkLst>
        <pc:spChg chg="add del">
          <ac:chgData name="Abhishek Anand" userId="7b7b765aff5a999a" providerId="LiveId" clId="{9B81D692-053E-4512-A301-B8044F8198D4}" dt="2025-04-05T15:43:12.847" v="1053" actId="478"/>
          <ac:spMkLst>
            <pc:docMk/>
            <pc:sldMk cId="4270540828" sldId="263"/>
            <ac:spMk id="3" creationId="{A6E25FA4-4D99-E5C0-C198-CBA5F9113F39}"/>
          </ac:spMkLst>
        </pc:spChg>
        <pc:spChg chg="add del mod">
          <ac:chgData name="Abhishek Anand" userId="7b7b765aff5a999a" providerId="LiveId" clId="{9B81D692-053E-4512-A301-B8044F8198D4}" dt="2025-04-05T15:43:11.219" v="1052" actId="478"/>
          <ac:spMkLst>
            <pc:docMk/>
            <pc:sldMk cId="4270540828" sldId="263"/>
            <ac:spMk id="5" creationId="{AA96738C-EA03-C653-89AC-F37E66189F94}"/>
          </ac:spMkLst>
        </pc:spChg>
        <pc:spChg chg="add mod">
          <ac:chgData name="Abhishek Anand" userId="7b7b765aff5a999a" providerId="LiveId" clId="{9B81D692-053E-4512-A301-B8044F8198D4}" dt="2025-04-05T16:05:57.298" v="1105" actId="6549"/>
          <ac:spMkLst>
            <pc:docMk/>
            <pc:sldMk cId="4270540828" sldId="263"/>
            <ac:spMk id="6" creationId="{762F29FD-5D0B-CAB7-672E-DFE91648B4B3}"/>
          </ac:spMkLst>
        </pc:spChg>
        <pc:picChg chg="add del mod">
          <ac:chgData name="Abhishek Anand" userId="7b7b765aff5a999a" providerId="LiveId" clId="{9B81D692-053E-4512-A301-B8044F8198D4}" dt="2025-04-05T16:10:07.822" v="1133" actId="478"/>
          <ac:picMkLst>
            <pc:docMk/>
            <pc:sldMk cId="4270540828" sldId="263"/>
            <ac:picMk id="8" creationId="{0832E309-FCD9-8E43-7413-B8D51099CADD}"/>
          </ac:picMkLst>
        </pc:picChg>
        <pc:picChg chg="add del mod">
          <ac:chgData name="Abhishek Anand" userId="7b7b765aff5a999a" providerId="LiveId" clId="{9B81D692-053E-4512-A301-B8044F8198D4}" dt="2025-04-05T16:11:06.068" v="1141" actId="478"/>
          <ac:picMkLst>
            <pc:docMk/>
            <pc:sldMk cId="4270540828" sldId="263"/>
            <ac:picMk id="10" creationId="{380C87C0-178F-016F-45AC-07525B870030}"/>
          </ac:picMkLst>
        </pc:picChg>
        <pc:picChg chg="add mod">
          <ac:chgData name="Abhishek Anand" userId="7b7b765aff5a999a" providerId="LiveId" clId="{9B81D692-053E-4512-A301-B8044F8198D4}" dt="2025-04-05T16:09:13.188" v="1128" actId="1076"/>
          <ac:picMkLst>
            <pc:docMk/>
            <pc:sldMk cId="4270540828" sldId="263"/>
            <ac:picMk id="12" creationId="{FB198254-E2A2-53C1-A094-4B90CA169DEB}"/>
          </ac:picMkLst>
        </pc:picChg>
        <pc:picChg chg="add mod ord">
          <ac:chgData name="Abhishek Anand" userId="7b7b765aff5a999a" providerId="LiveId" clId="{9B81D692-053E-4512-A301-B8044F8198D4}" dt="2025-04-05T16:10:54.011" v="1139" actId="1076"/>
          <ac:picMkLst>
            <pc:docMk/>
            <pc:sldMk cId="4270540828" sldId="263"/>
            <ac:picMk id="23" creationId="{C715EE79-FD8C-0CF5-70AF-0DD4156A5399}"/>
          </ac:picMkLst>
        </pc:picChg>
        <pc:picChg chg="add mod">
          <ac:chgData name="Abhishek Anand" userId="7b7b765aff5a999a" providerId="LiveId" clId="{9B81D692-053E-4512-A301-B8044F8198D4}" dt="2025-04-05T16:11:33.755" v="1146" actId="1076"/>
          <ac:picMkLst>
            <pc:docMk/>
            <pc:sldMk cId="4270540828" sldId="263"/>
            <ac:picMk id="26" creationId="{CD6B447A-F0E7-4519-60CD-163DE6E08285}"/>
          </ac:picMkLst>
        </pc:picChg>
        <pc:cxnChg chg="add mod">
          <ac:chgData name="Abhishek Anand" userId="7b7b765aff5a999a" providerId="LiveId" clId="{9B81D692-053E-4512-A301-B8044F8198D4}" dt="2025-04-05T16:11:00.316" v="1140" actId="14100"/>
          <ac:cxnSpMkLst>
            <pc:docMk/>
            <pc:sldMk cId="4270540828" sldId="263"/>
            <ac:cxnSpMk id="14" creationId="{5F9FEE65-F850-E808-7888-57AEE835373B}"/>
          </ac:cxnSpMkLst>
        </pc:cxnChg>
      </pc:sldChg>
      <pc:sldChg chg="addSp modSp add mod">
        <pc:chgData name="Abhishek Anand" userId="7b7b765aff5a999a" providerId="LiveId" clId="{9B81D692-053E-4512-A301-B8044F8198D4}" dt="2025-04-05T16:26:55.058" v="1223" actId="14100"/>
        <pc:sldMkLst>
          <pc:docMk/>
          <pc:sldMk cId="524383217" sldId="264"/>
        </pc:sldMkLst>
        <pc:spChg chg="add mod">
          <ac:chgData name="Abhishek Anand" userId="7b7b765aff5a999a" providerId="LiveId" clId="{9B81D692-053E-4512-A301-B8044F8198D4}" dt="2025-04-05T16:05:38.143" v="1072"/>
          <ac:spMkLst>
            <pc:docMk/>
            <pc:sldMk cId="524383217" sldId="264"/>
            <ac:spMk id="2" creationId="{860B855C-DEB0-04B0-44F4-84EC92F2EDCC}"/>
          </ac:spMkLst>
        </pc:spChg>
        <pc:spChg chg="add mod">
          <ac:chgData name="Abhishek Anand" userId="7b7b765aff5a999a" providerId="LiveId" clId="{9B81D692-053E-4512-A301-B8044F8198D4}" dt="2025-04-05T16:26:30.009" v="1222" actId="207"/>
          <ac:spMkLst>
            <pc:docMk/>
            <pc:sldMk cId="524383217" sldId="264"/>
            <ac:spMk id="3" creationId="{772E5F9C-ECD5-F6A3-1BEC-102A723C05DF}"/>
          </ac:spMkLst>
        </pc:spChg>
        <pc:picChg chg="add mod modCrop">
          <ac:chgData name="Abhishek Anand" userId="7b7b765aff5a999a" providerId="LiveId" clId="{9B81D692-053E-4512-A301-B8044F8198D4}" dt="2025-04-05T16:26:55.058" v="1223" actId="14100"/>
          <ac:picMkLst>
            <pc:docMk/>
            <pc:sldMk cId="524383217" sldId="264"/>
            <ac:picMk id="5" creationId="{06555826-CB07-1532-D0C3-38BD4D2D740A}"/>
          </ac:picMkLst>
        </pc:picChg>
      </pc:sldChg>
      <pc:sldChg chg="addSp delSp modSp add mod">
        <pc:chgData name="Abhishek Anand" userId="7b7b765aff5a999a" providerId="LiveId" clId="{9B81D692-053E-4512-A301-B8044F8198D4}" dt="2025-04-05T17:24:48.341" v="1234" actId="1076"/>
        <pc:sldMkLst>
          <pc:docMk/>
          <pc:sldMk cId="2258691905" sldId="265"/>
        </pc:sldMkLst>
        <pc:spChg chg="add mod">
          <ac:chgData name="Abhishek Anand" userId="7b7b765aff5a999a" providerId="LiveId" clId="{9B81D692-053E-4512-A301-B8044F8198D4}" dt="2025-04-05T17:24:48.341" v="1234" actId="1076"/>
          <ac:spMkLst>
            <pc:docMk/>
            <pc:sldMk cId="2258691905" sldId="265"/>
            <ac:spMk id="2" creationId="{0624D9D4-837E-3F9C-4C02-EE576691C22E}"/>
          </ac:spMkLst>
        </pc:spChg>
        <pc:spChg chg="add del mod">
          <ac:chgData name="Abhishek Anand" userId="7b7b765aff5a999a" providerId="LiveId" clId="{9B81D692-053E-4512-A301-B8044F8198D4}" dt="2025-04-05T11:02:38.028" v="894"/>
          <ac:spMkLst>
            <pc:docMk/>
            <pc:sldMk cId="2258691905" sldId="265"/>
            <ac:spMk id="3" creationId="{66EA67A9-7D4C-3660-AC1A-F80897B19C83}"/>
          </ac:spMkLst>
        </pc:spChg>
        <pc:spChg chg="add mod">
          <ac:chgData name="Abhishek Anand" userId="7b7b765aff5a999a" providerId="LiveId" clId="{9B81D692-053E-4512-A301-B8044F8198D4}" dt="2025-04-05T11:52:45.564" v="1044" actId="1076"/>
          <ac:spMkLst>
            <pc:docMk/>
            <pc:sldMk cId="2258691905" sldId="265"/>
            <ac:spMk id="4" creationId="{57544AD2-57C9-1A62-1EDB-A971992CFF39}"/>
          </ac:spMkLst>
        </pc:spChg>
        <pc:picChg chg="add del mod modCrop">
          <ac:chgData name="Abhishek Anand" userId="7b7b765aff5a999a" providerId="LiveId" clId="{9B81D692-053E-4512-A301-B8044F8198D4}" dt="2025-04-05T11:38:30.035" v="943" actId="478"/>
          <ac:picMkLst>
            <pc:docMk/>
            <pc:sldMk cId="2258691905" sldId="265"/>
            <ac:picMk id="5" creationId="{C1038895-8999-C3AF-82C0-6338022BFBF0}"/>
          </ac:picMkLst>
        </pc:picChg>
        <pc:picChg chg="add mod">
          <ac:chgData name="Abhishek Anand" userId="7b7b765aff5a999a" providerId="LiveId" clId="{9B81D692-053E-4512-A301-B8044F8198D4}" dt="2025-04-05T11:46:57.732" v="1027" actId="1076"/>
          <ac:picMkLst>
            <pc:docMk/>
            <pc:sldMk cId="2258691905" sldId="265"/>
            <ac:picMk id="7" creationId="{E7B6CFFC-35E7-7046-C99F-8C3376E7DA41}"/>
          </ac:picMkLst>
        </pc:picChg>
        <pc:picChg chg="add del mod">
          <ac:chgData name="Abhishek Anand" userId="7b7b765aff5a999a" providerId="LiveId" clId="{9B81D692-053E-4512-A301-B8044F8198D4}" dt="2025-04-05T11:44:18.661" v="997" actId="478"/>
          <ac:picMkLst>
            <pc:docMk/>
            <pc:sldMk cId="2258691905" sldId="265"/>
            <ac:picMk id="9" creationId="{35870C03-7DB2-A4C8-8F41-CA9D0EAF3E41}"/>
          </ac:picMkLst>
        </pc:picChg>
        <pc:picChg chg="add del mod">
          <ac:chgData name="Abhishek Anand" userId="7b7b765aff5a999a" providerId="LiveId" clId="{9B81D692-053E-4512-A301-B8044F8198D4}" dt="2025-04-05T11:44:58.095" v="1009" actId="478"/>
          <ac:picMkLst>
            <pc:docMk/>
            <pc:sldMk cId="2258691905" sldId="265"/>
            <ac:picMk id="11" creationId="{7A555A79-B6B3-4D69-4FAE-731971548C79}"/>
          </ac:picMkLst>
        </pc:picChg>
        <pc:picChg chg="add mod modCrop">
          <ac:chgData name="Abhishek Anand" userId="7b7b765aff5a999a" providerId="LiveId" clId="{9B81D692-053E-4512-A301-B8044F8198D4}" dt="2025-04-05T11:51:30.980" v="1033" actId="732"/>
          <ac:picMkLst>
            <pc:docMk/>
            <pc:sldMk cId="2258691905" sldId="265"/>
            <ac:picMk id="13" creationId="{19215769-8D47-44BE-B07B-096A74AC0D9F}"/>
          </ac:picMkLst>
        </pc:picChg>
      </pc:sldChg>
      <pc:sldChg chg="addSp delSp modSp new mod">
        <pc:chgData name="Abhishek Anand" userId="7b7b765aff5a999a" providerId="LiveId" clId="{9B81D692-053E-4512-A301-B8044F8198D4}" dt="2025-04-05T16:22:38.721" v="1198" actId="2711"/>
        <pc:sldMkLst>
          <pc:docMk/>
          <pc:sldMk cId="4050739729" sldId="266"/>
        </pc:sldMkLst>
        <pc:spChg chg="add del mod">
          <ac:chgData name="Abhishek Anand" userId="7b7b765aff5a999a" providerId="LiveId" clId="{9B81D692-053E-4512-A301-B8044F8198D4}" dt="2025-04-05T10:33:51.464" v="713"/>
          <ac:spMkLst>
            <pc:docMk/>
            <pc:sldMk cId="4050739729" sldId="266"/>
            <ac:spMk id="2" creationId="{94444377-D797-4DC7-7644-A65630028CE4}"/>
          </ac:spMkLst>
        </pc:spChg>
        <pc:spChg chg="add mod">
          <ac:chgData name="Abhishek Anand" userId="7b7b765aff5a999a" providerId="LiveId" clId="{9B81D692-053E-4512-A301-B8044F8198D4}" dt="2025-04-05T10:49:42.723" v="850" actId="14100"/>
          <ac:spMkLst>
            <pc:docMk/>
            <pc:sldMk cId="4050739729" sldId="266"/>
            <ac:spMk id="3" creationId="{A1B8CC54-E502-E185-427D-C6C0F28BDF33}"/>
          </ac:spMkLst>
        </pc:spChg>
        <pc:spChg chg="add del mod">
          <ac:chgData name="Abhishek Anand" userId="7b7b765aff5a999a" providerId="LiveId" clId="{9B81D692-053E-4512-A301-B8044F8198D4}" dt="2025-04-05T10:34:29.048" v="740"/>
          <ac:spMkLst>
            <pc:docMk/>
            <pc:sldMk cId="4050739729" sldId="266"/>
            <ac:spMk id="4" creationId="{5E545592-271E-0397-65BB-C1344C026623}"/>
          </ac:spMkLst>
        </pc:spChg>
        <pc:spChg chg="add del mod">
          <ac:chgData name="Abhishek Anand" userId="7b7b765aff5a999a" providerId="LiveId" clId="{9B81D692-053E-4512-A301-B8044F8198D4}" dt="2025-04-05T10:35:30.427" v="751"/>
          <ac:spMkLst>
            <pc:docMk/>
            <pc:sldMk cId="4050739729" sldId="266"/>
            <ac:spMk id="5" creationId="{E857AA9F-9879-5F47-2CE0-8626ADEE7B2E}"/>
          </ac:spMkLst>
        </pc:spChg>
        <pc:spChg chg="add mod">
          <ac:chgData name="Abhishek Anand" userId="7b7b765aff5a999a" providerId="LiveId" clId="{9B81D692-053E-4512-A301-B8044F8198D4}" dt="2025-04-05T16:22:38.721" v="1198" actId="2711"/>
          <ac:spMkLst>
            <pc:docMk/>
            <pc:sldMk cId="4050739729" sldId="266"/>
            <ac:spMk id="6" creationId="{47AFAE43-AC07-8FDB-6BE6-F850855CA127}"/>
          </ac:spMkLst>
        </pc:spChg>
        <pc:picChg chg="add del mod">
          <ac:chgData name="Abhishek Anand" userId="7b7b765aff5a999a" providerId="LiveId" clId="{9B81D692-053E-4512-A301-B8044F8198D4}" dt="2025-04-05T10:47:30.694" v="823" actId="478"/>
          <ac:picMkLst>
            <pc:docMk/>
            <pc:sldMk cId="4050739729" sldId="266"/>
            <ac:picMk id="8" creationId="{895C82F4-60F8-EEAD-7918-35E4E8D119D5}"/>
          </ac:picMkLst>
        </pc:picChg>
        <pc:picChg chg="add mod modCrop">
          <ac:chgData name="Abhishek Anand" userId="7b7b765aff5a999a" providerId="LiveId" clId="{9B81D692-053E-4512-A301-B8044F8198D4}" dt="2025-04-05T10:49:07.322" v="845" actId="1076"/>
          <ac:picMkLst>
            <pc:docMk/>
            <pc:sldMk cId="4050739729" sldId="266"/>
            <ac:picMk id="10" creationId="{5B4B271D-FB45-6B93-EF5D-B2E6D9E10ED1}"/>
          </ac:picMkLst>
        </pc:picChg>
        <pc:picChg chg="add mod">
          <ac:chgData name="Abhishek Anand" userId="7b7b765aff5a999a" providerId="LiveId" clId="{9B81D692-053E-4512-A301-B8044F8198D4}" dt="2025-04-05T11:42:13.316" v="990" actId="1076"/>
          <ac:picMkLst>
            <pc:docMk/>
            <pc:sldMk cId="4050739729" sldId="266"/>
            <ac:picMk id="12" creationId="{74206E88-AE2F-D20D-4C95-8F8DB3654056}"/>
          </ac:picMkLst>
        </pc:picChg>
      </pc:sldChg>
      <pc:sldMasterChg chg="setBg modSldLayout">
        <pc:chgData name="Abhishek Anand" userId="7b7b765aff5a999a" providerId="LiveId" clId="{9B81D692-053E-4512-A301-B8044F8198D4}" dt="2025-04-05T06:34:50.916" v="187"/>
        <pc:sldMasterMkLst>
          <pc:docMk/>
          <pc:sldMasterMk cId="1673581620" sldId="2147483730"/>
        </pc:sldMasterMkLst>
        <pc:sldLayoutChg chg="setBg">
          <pc:chgData name="Abhishek Anand" userId="7b7b765aff5a999a" providerId="LiveId" clId="{9B81D692-053E-4512-A301-B8044F8198D4}" dt="2025-04-05T06:34:50.916" v="187"/>
          <pc:sldLayoutMkLst>
            <pc:docMk/>
            <pc:sldMasterMk cId="1673581620" sldId="2147483730"/>
            <pc:sldLayoutMk cId="578104251" sldId="2147483731"/>
          </pc:sldLayoutMkLst>
        </pc:sldLayoutChg>
        <pc:sldLayoutChg chg="setBg">
          <pc:chgData name="Abhishek Anand" userId="7b7b765aff5a999a" providerId="LiveId" clId="{9B81D692-053E-4512-A301-B8044F8198D4}" dt="2025-04-05T06:34:50.916" v="187"/>
          <pc:sldLayoutMkLst>
            <pc:docMk/>
            <pc:sldMasterMk cId="1673581620" sldId="2147483730"/>
            <pc:sldLayoutMk cId="2268309169" sldId="2147483732"/>
          </pc:sldLayoutMkLst>
        </pc:sldLayoutChg>
        <pc:sldLayoutChg chg="setBg">
          <pc:chgData name="Abhishek Anand" userId="7b7b765aff5a999a" providerId="LiveId" clId="{9B81D692-053E-4512-A301-B8044F8198D4}" dt="2025-04-05T06:34:50.916" v="187"/>
          <pc:sldLayoutMkLst>
            <pc:docMk/>
            <pc:sldMasterMk cId="1673581620" sldId="2147483730"/>
            <pc:sldLayoutMk cId="338027383" sldId="2147483733"/>
          </pc:sldLayoutMkLst>
        </pc:sldLayoutChg>
        <pc:sldLayoutChg chg="setBg">
          <pc:chgData name="Abhishek Anand" userId="7b7b765aff5a999a" providerId="LiveId" clId="{9B81D692-053E-4512-A301-B8044F8198D4}" dt="2025-04-05T06:34:50.916" v="187"/>
          <pc:sldLayoutMkLst>
            <pc:docMk/>
            <pc:sldMasterMk cId="1673581620" sldId="2147483730"/>
            <pc:sldLayoutMk cId="3428651255" sldId="2147483734"/>
          </pc:sldLayoutMkLst>
        </pc:sldLayoutChg>
        <pc:sldLayoutChg chg="setBg">
          <pc:chgData name="Abhishek Anand" userId="7b7b765aff5a999a" providerId="LiveId" clId="{9B81D692-053E-4512-A301-B8044F8198D4}" dt="2025-04-05T06:34:50.916" v="187"/>
          <pc:sldLayoutMkLst>
            <pc:docMk/>
            <pc:sldMasterMk cId="1673581620" sldId="2147483730"/>
            <pc:sldLayoutMk cId="4093253840" sldId="2147483735"/>
          </pc:sldLayoutMkLst>
        </pc:sldLayoutChg>
        <pc:sldLayoutChg chg="setBg">
          <pc:chgData name="Abhishek Anand" userId="7b7b765aff5a999a" providerId="LiveId" clId="{9B81D692-053E-4512-A301-B8044F8198D4}" dt="2025-04-05T06:34:50.916" v="187"/>
          <pc:sldLayoutMkLst>
            <pc:docMk/>
            <pc:sldMasterMk cId="1673581620" sldId="2147483730"/>
            <pc:sldLayoutMk cId="3955469166" sldId="2147483736"/>
          </pc:sldLayoutMkLst>
        </pc:sldLayoutChg>
        <pc:sldLayoutChg chg="setBg">
          <pc:chgData name="Abhishek Anand" userId="7b7b765aff5a999a" providerId="LiveId" clId="{9B81D692-053E-4512-A301-B8044F8198D4}" dt="2025-04-05T06:34:50.916" v="187"/>
          <pc:sldLayoutMkLst>
            <pc:docMk/>
            <pc:sldMasterMk cId="1673581620" sldId="2147483730"/>
            <pc:sldLayoutMk cId="1538978029" sldId="2147483737"/>
          </pc:sldLayoutMkLst>
        </pc:sldLayoutChg>
        <pc:sldLayoutChg chg="setBg">
          <pc:chgData name="Abhishek Anand" userId="7b7b765aff5a999a" providerId="LiveId" clId="{9B81D692-053E-4512-A301-B8044F8198D4}" dt="2025-04-05T06:34:50.916" v="187"/>
          <pc:sldLayoutMkLst>
            <pc:docMk/>
            <pc:sldMasterMk cId="1673581620" sldId="2147483730"/>
            <pc:sldLayoutMk cId="1465840581" sldId="2147483738"/>
          </pc:sldLayoutMkLst>
        </pc:sldLayoutChg>
        <pc:sldLayoutChg chg="setBg">
          <pc:chgData name="Abhishek Anand" userId="7b7b765aff5a999a" providerId="LiveId" clId="{9B81D692-053E-4512-A301-B8044F8198D4}" dt="2025-04-05T06:34:50.916" v="187"/>
          <pc:sldLayoutMkLst>
            <pc:docMk/>
            <pc:sldMasterMk cId="1673581620" sldId="2147483730"/>
            <pc:sldLayoutMk cId="1209916723" sldId="2147483739"/>
          </pc:sldLayoutMkLst>
        </pc:sldLayoutChg>
        <pc:sldLayoutChg chg="setBg">
          <pc:chgData name="Abhishek Anand" userId="7b7b765aff5a999a" providerId="LiveId" clId="{9B81D692-053E-4512-A301-B8044F8198D4}" dt="2025-04-05T06:34:50.916" v="187"/>
          <pc:sldLayoutMkLst>
            <pc:docMk/>
            <pc:sldMasterMk cId="1673581620" sldId="2147483730"/>
            <pc:sldLayoutMk cId="3374358985" sldId="2147483740"/>
          </pc:sldLayoutMkLst>
        </pc:sldLayoutChg>
        <pc:sldLayoutChg chg="setBg">
          <pc:chgData name="Abhishek Anand" userId="7b7b765aff5a999a" providerId="LiveId" clId="{9B81D692-053E-4512-A301-B8044F8198D4}" dt="2025-04-05T06:34:50.916" v="187"/>
          <pc:sldLayoutMkLst>
            <pc:docMk/>
            <pc:sldMasterMk cId="1673581620" sldId="2147483730"/>
            <pc:sldLayoutMk cId="391996518" sldId="2147483741"/>
          </pc:sldLayoutMkLst>
        </pc:sldLayoutChg>
      </pc:sldMasterChg>
      <pc:sldMasterChg chg="setBg modSldLayout">
        <pc:chgData name="Abhishek Anand" userId="7b7b765aff5a999a" providerId="LiveId" clId="{9B81D692-053E-4512-A301-B8044F8198D4}" dt="2025-04-05T07:14:18.886" v="227"/>
        <pc:sldMasterMkLst>
          <pc:docMk/>
          <pc:sldMasterMk cId="3350979337" sldId="2147483776"/>
        </pc:sldMasterMkLst>
        <pc:sldLayoutChg chg="setBg">
          <pc:chgData name="Abhishek Anand" userId="7b7b765aff5a999a" providerId="LiveId" clId="{9B81D692-053E-4512-A301-B8044F8198D4}" dt="2025-04-05T07:14:18.886" v="227"/>
          <pc:sldLayoutMkLst>
            <pc:docMk/>
            <pc:sldMasterMk cId="3350979337" sldId="2147483776"/>
            <pc:sldLayoutMk cId="4044946044" sldId="2147483777"/>
          </pc:sldLayoutMkLst>
        </pc:sldLayoutChg>
        <pc:sldLayoutChg chg="setBg">
          <pc:chgData name="Abhishek Anand" userId="7b7b765aff5a999a" providerId="LiveId" clId="{9B81D692-053E-4512-A301-B8044F8198D4}" dt="2025-04-05T07:14:18.886" v="227"/>
          <pc:sldLayoutMkLst>
            <pc:docMk/>
            <pc:sldMasterMk cId="3350979337" sldId="2147483776"/>
            <pc:sldLayoutMk cId="1933263962" sldId="2147483778"/>
          </pc:sldLayoutMkLst>
        </pc:sldLayoutChg>
        <pc:sldLayoutChg chg="setBg">
          <pc:chgData name="Abhishek Anand" userId="7b7b765aff5a999a" providerId="LiveId" clId="{9B81D692-053E-4512-A301-B8044F8198D4}" dt="2025-04-05T07:14:18.886" v="227"/>
          <pc:sldLayoutMkLst>
            <pc:docMk/>
            <pc:sldMasterMk cId="3350979337" sldId="2147483776"/>
            <pc:sldLayoutMk cId="30278548" sldId="2147483779"/>
          </pc:sldLayoutMkLst>
        </pc:sldLayoutChg>
        <pc:sldLayoutChg chg="setBg">
          <pc:chgData name="Abhishek Anand" userId="7b7b765aff5a999a" providerId="LiveId" clId="{9B81D692-053E-4512-A301-B8044F8198D4}" dt="2025-04-05T07:14:18.886" v="227"/>
          <pc:sldLayoutMkLst>
            <pc:docMk/>
            <pc:sldMasterMk cId="3350979337" sldId="2147483776"/>
            <pc:sldLayoutMk cId="2299642196" sldId="2147483780"/>
          </pc:sldLayoutMkLst>
        </pc:sldLayoutChg>
        <pc:sldLayoutChg chg="setBg">
          <pc:chgData name="Abhishek Anand" userId="7b7b765aff5a999a" providerId="LiveId" clId="{9B81D692-053E-4512-A301-B8044F8198D4}" dt="2025-04-05T07:14:18.886" v="227"/>
          <pc:sldLayoutMkLst>
            <pc:docMk/>
            <pc:sldMasterMk cId="3350979337" sldId="2147483776"/>
            <pc:sldLayoutMk cId="175124964" sldId="2147483781"/>
          </pc:sldLayoutMkLst>
        </pc:sldLayoutChg>
        <pc:sldLayoutChg chg="setBg">
          <pc:chgData name="Abhishek Anand" userId="7b7b765aff5a999a" providerId="LiveId" clId="{9B81D692-053E-4512-A301-B8044F8198D4}" dt="2025-04-05T07:14:18.886" v="227"/>
          <pc:sldLayoutMkLst>
            <pc:docMk/>
            <pc:sldMasterMk cId="3350979337" sldId="2147483776"/>
            <pc:sldLayoutMk cId="2267141635" sldId="2147483782"/>
          </pc:sldLayoutMkLst>
        </pc:sldLayoutChg>
        <pc:sldLayoutChg chg="setBg">
          <pc:chgData name="Abhishek Anand" userId="7b7b765aff5a999a" providerId="LiveId" clId="{9B81D692-053E-4512-A301-B8044F8198D4}" dt="2025-04-05T07:14:18.886" v="227"/>
          <pc:sldLayoutMkLst>
            <pc:docMk/>
            <pc:sldMasterMk cId="3350979337" sldId="2147483776"/>
            <pc:sldLayoutMk cId="3006278131" sldId="2147483783"/>
          </pc:sldLayoutMkLst>
        </pc:sldLayoutChg>
        <pc:sldLayoutChg chg="setBg">
          <pc:chgData name="Abhishek Anand" userId="7b7b765aff5a999a" providerId="LiveId" clId="{9B81D692-053E-4512-A301-B8044F8198D4}" dt="2025-04-05T07:14:18.886" v="227"/>
          <pc:sldLayoutMkLst>
            <pc:docMk/>
            <pc:sldMasterMk cId="3350979337" sldId="2147483776"/>
            <pc:sldLayoutMk cId="3576194696" sldId="2147483784"/>
          </pc:sldLayoutMkLst>
        </pc:sldLayoutChg>
        <pc:sldLayoutChg chg="setBg">
          <pc:chgData name="Abhishek Anand" userId="7b7b765aff5a999a" providerId="LiveId" clId="{9B81D692-053E-4512-A301-B8044F8198D4}" dt="2025-04-05T07:14:18.886" v="227"/>
          <pc:sldLayoutMkLst>
            <pc:docMk/>
            <pc:sldMasterMk cId="3350979337" sldId="2147483776"/>
            <pc:sldLayoutMk cId="1386622704" sldId="2147483785"/>
          </pc:sldLayoutMkLst>
        </pc:sldLayoutChg>
        <pc:sldLayoutChg chg="setBg">
          <pc:chgData name="Abhishek Anand" userId="7b7b765aff5a999a" providerId="LiveId" clId="{9B81D692-053E-4512-A301-B8044F8198D4}" dt="2025-04-05T07:14:18.886" v="227"/>
          <pc:sldLayoutMkLst>
            <pc:docMk/>
            <pc:sldMasterMk cId="3350979337" sldId="2147483776"/>
            <pc:sldLayoutMk cId="3215427041" sldId="2147483786"/>
          </pc:sldLayoutMkLst>
        </pc:sldLayoutChg>
        <pc:sldLayoutChg chg="setBg">
          <pc:chgData name="Abhishek Anand" userId="7b7b765aff5a999a" providerId="LiveId" clId="{9B81D692-053E-4512-A301-B8044F8198D4}" dt="2025-04-05T07:14:18.886" v="227"/>
          <pc:sldLayoutMkLst>
            <pc:docMk/>
            <pc:sldMasterMk cId="3350979337" sldId="2147483776"/>
            <pc:sldLayoutMk cId="1238341163" sldId="2147483787"/>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60751-07DA-481C-F9AB-BCFBE9D933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BD32E6-62A6-1CE4-5BF7-4A9D849F9C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999ADD-2035-7975-45F2-907E65E030EC}"/>
              </a:ext>
            </a:extLst>
          </p:cNvPr>
          <p:cNvSpPr>
            <a:spLocks noGrp="1"/>
          </p:cNvSpPr>
          <p:nvPr>
            <p:ph type="dt" sz="half" idx="10"/>
          </p:nvPr>
        </p:nvSpPr>
        <p:spPr/>
        <p:txBody>
          <a:bodyPr/>
          <a:lstStyle/>
          <a:p>
            <a:fld id="{F9B68631-A26F-402F-B2D5-33462F67CA24}" type="datetimeFigureOut">
              <a:rPr lang="en-IN" smtClean="0"/>
              <a:t>03-02-2026</a:t>
            </a:fld>
            <a:endParaRPr lang="en-IN"/>
          </a:p>
        </p:txBody>
      </p:sp>
      <p:sp>
        <p:nvSpPr>
          <p:cNvPr id="5" name="Footer Placeholder 4">
            <a:extLst>
              <a:ext uri="{FF2B5EF4-FFF2-40B4-BE49-F238E27FC236}">
                <a16:creationId xmlns:a16="http://schemas.microsoft.com/office/drawing/2014/main" id="{334A704E-85E3-2BF8-549E-77169C4595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E38245-8A2D-473B-FB93-BDEDD3DD1D01}"/>
              </a:ext>
            </a:extLst>
          </p:cNvPr>
          <p:cNvSpPr>
            <a:spLocks noGrp="1"/>
          </p:cNvSpPr>
          <p:nvPr>
            <p:ph type="sldNum" sz="quarter" idx="12"/>
          </p:nvPr>
        </p:nvSpPr>
        <p:spPr/>
        <p:txBody>
          <a:bodyPr/>
          <a:lstStyle/>
          <a:p>
            <a:fld id="{8B742323-CBDF-4D43-A88C-8B9994EED10C}" type="slidenum">
              <a:rPr lang="en-IN" smtClean="0"/>
              <a:t>‹#›</a:t>
            </a:fld>
            <a:endParaRPr lang="en-IN"/>
          </a:p>
        </p:txBody>
      </p:sp>
    </p:spTree>
    <p:extLst>
      <p:ext uri="{BB962C8B-B14F-4D97-AF65-F5344CB8AC3E}">
        <p14:creationId xmlns:p14="http://schemas.microsoft.com/office/powerpoint/2010/main" val="404494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3793B-EB07-78C4-41B4-16DBFFA9EB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5292CF-1BA1-D0A3-AFE0-D415385313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BFFCA0-7C66-A8B6-354C-D7C368967A89}"/>
              </a:ext>
            </a:extLst>
          </p:cNvPr>
          <p:cNvSpPr>
            <a:spLocks noGrp="1"/>
          </p:cNvSpPr>
          <p:nvPr>
            <p:ph type="dt" sz="half" idx="10"/>
          </p:nvPr>
        </p:nvSpPr>
        <p:spPr/>
        <p:txBody>
          <a:bodyPr/>
          <a:lstStyle/>
          <a:p>
            <a:fld id="{F9B68631-A26F-402F-B2D5-33462F67CA24}" type="datetimeFigureOut">
              <a:rPr lang="en-IN" smtClean="0"/>
              <a:t>03-02-2026</a:t>
            </a:fld>
            <a:endParaRPr lang="en-IN"/>
          </a:p>
        </p:txBody>
      </p:sp>
      <p:sp>
        <p:nvSpPr>
          <p:cNvPr id="5" name="Footer Placeholder 4">
            <a:extLst>
              <a:ext uri="{FF2B5EF4-FFF2-40B4-BE49-F238E27FC236}">
                <a16:creationId xmlns:a16="http://schemas.microsoft.com/office/drawing/2014/main" id="{7F7B927C-4612-DD40-DB1A-908924A69F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DCC1C2-D6D2-05CD-7B9F-196CE2E0EA8D}"/>
              </a:ext>
            </a:extLst>
          </p:cNvPr>
          <p:cNvSpPr>
            <a:spLocks noGrp="1"/>
          </p:cNvSpPr>
          <p:nvPr>
            <p:ph type="sldNum" sz="quarter" idx="12"/>
          </p:nvPr>
        </p:nvSpPr>
        <p:spPr/>
        <p:txBody>
          <a:bodyPr/>
          <a:lstStyle/>
          <a:p>
            <a:fld id="{8B742323-CBDF-4D43-A88C-8B9994EED10C}" type="slidenum">
              <a:rPr lang="en-IN" smtClean="0"/>
              <a:t>‹#›</a:t>
            </a:fld>
            <a:endParaRPr lang="en-IN"/>
          </a:p>
        </p:txBody>
      </p:sp>
    </p:spTree>
    <p:extLst>
      <p:ext uri="{BB962C8B-B14F-4D97-AF65-F5344CB8AC3E}">
        <p14:creationId xmlns:p14="http://schemas.microsoft.com/office/powerpoint/2010/main" val="1933263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76213-C8C2-EB26-14FF-7B261C2AC4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E07E9B2-7291-C058-4492-CACDEC19CE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8475C1-14B3-8CE6-BFA2-BB193AC7D231}"/>
              </a:ext>
            </a:extLst>
          </p:cNvPr>
          <p:cNvSpPr>
            <a:spLocks noGrp="1"/>
          </p:cNvSpPr>
          <p:nvPr>
            <p:ph type="dt" sz="half" idx="10"/>
          </p:nvPr>
        </p:nvSpPr>
        <p:spPr/>
        <p:txBody>
          <a:bodyPr/>
          <a:lstStyle/>
          <a:p>
            <a:fld id="{F9B68631-A26F-402F-B2D5-33462F67CA24}" type="datetimeFigureOut">
              <a:rPr lang="en-IN" smtClean="0"/>
              <a:t>03-02-2026</a:t>
            </a:fld>
            <a:endParaRPr lang="en-IN"/>
          </a:p>
        </p:txBody>
      </p:sp>
      <p:sp>
        <p:nvSpPr>
          <p:cNvPr id="5" name="Footer Placeholder 4">
            <a:extLst>
              <a:ext uri="{FF2B5EF4-FFF2-40B4-BE49-F238E27FC236}">
                <a16:creationId xmlns:a16="http://schemas.microsoft.com/office/drawing/2014/main" id="{A69C82BC-E113-01A8-C822-9ABBC6DEEC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E03EAC-3A46-C27E-58E4-22741E8C58AD}"/>
              </a:ext>
            </a:extLst>
          </p:cNvPr>
          <p:cNvSpPr>
            <a:spLocks noGrp="1"/>
          </p:cNvSpPr>
          <p:nvPr>
            <p:ph type="sldNum" sz="quarter" idx="12"/>
          </p:nvPr>
        </p:nvSpPr>
        <p:spPr/>
        <p:txBody>
          <a:bodyPr/>
          <a:lstStyle/>
          <a:p>
            <a:fld id="{8B742323-CBDF-4D43-A88C-8B9994EED10C}" type="slidenum">
              <a:rPr lang="en-IN" smtClean="0"/>
              <a:t>‹#›</a:t>
            </a:fld>
            <a:endParaRPr lang="en-IN"/>
          </a:p>
        </p:txBody>
      </p:sp>
    </p:spTree>
    <p:extLst>
      <p:ext uri="{BB962C8B-B14F-4D97-AF65-F5344CB8AC3E}">
        <p14:creationId xmlns:p14="http://schemas.microsoft.com/office/powerpoint/2010/main" val="30278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6A297-1587-5005-BC62-386C03A64A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5E7D81-61DB-EAE0-E845-A0CDCBEED5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0279DC-02FD-3A59-2795-236103ED44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F3634C2-1D9D-1764-61ED-748E69626999}"/>
              </a:ext>
            </a:extLst>
          </p:cNvPr>
          <p:cNvSpPr>
            <a:spLocks noGrp="1"/>
          </p:cNvSpPr>
          <p:nvPr>
            <p:ph type="dt" sz="half" idx="10"/>
          </p:nvPr>
        </p:nvSpPr>
        <p:spPr/>
        <p:txBody>
          <a:bodyPr/>
          <a:lstStyle/>
          <a:p>
            <a:fld id="{F9B68631-A26F-402F-B2D5-33462F67CA24}" type="datetimeFigureOut">
              <a:rPr lang="en-IN" smtClean="0"/>
              <a:t>03-02-2026</a:t>
            </a:fld>
            <a:endParaRPr lang="en-IN"/>
          </a:p>
        </p:txBody>
      </p:sp>
      <p:sp>
        <p:nvSpPr>
          <p:cNvPr id="6" name="Footer Placeholder 5">
            <a:extLst>
              <a:ext uri="{FF2B5EF4-FFF2-40B4-BE49-F238E27FC236}">
                <a16:creationId xmlns:a16="http://schemas.microsoft.com/office/drawing/2014/main" id="{4FDCD773-F5F5-CB4A-7B7F-EBFDE8A459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900C5A-8065-EED9-127A-57C8DD3BD14A}"/>
              </a:ext>
            </a:extLst>
          </p:cNvPr>
          <p:cNvSpPr>
            <a:spLocks noGrp="1"/>
          </p:cNvSpPr>
          <p:nvPr>
            <p:ph type="sldNum" sz="quarter" idx="12"/>
          </p:nvPr>
        </p:nvSpPr>
        <p:spPr/>
        <p:txBody>
          <a:bodyPr/>
          <a:lstStyle/>
          <a:p>
            <a:fld id="{8B742323-CBDF-4D43-A88C-8B9994EED10C}" type="slidenum">
              <a:rPr lang="en-IN" smtClean="0"/>
              <a:t>‹#›</a:t>
            </a:fld>
            <a:endParaRPr lang="en-IN"/>
          </a:p>
        </p:txBody>
      </p:sp>
    </p:spTree>
    <p:extLst>
      <p:ext uri="{BB962C8B-B14F-4D97-AF65-F5344CB8AC3E}">
        <p14:creationId xmlns:p14="http://schemas.microsoft.com/office/powerpoint/2010/main" val="2299642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387F4-1682-46CB-79DA-A6675D702FE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0327F8-2573-9B96-959A-563FDE53D2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1CADDA-1F63-4AB9-42F4-3034EA1FE1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1E76C3-7BA5-5623-E54C-0F91300684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E566E6-33DC-EB3C-4D2B-93E8CE71A9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C0D7D9-81A9-0F9A-7CE9-F14B696D78B5}"/>
              </a:ext>
            </a:extLst>
          </p:cNvPr>
          <p:cNvSpPr>
            <a:spLocks noGrp="1"/>
          </p:cNvSpPr>
          <p:nvPr>
            <p:ph type="dt" sz="half" idx="10"/>
          </p:nvPr>
        </p:nvSpPr>
        <p:spPr/>
        <p:txBody>
          <a:bodyPr/>
          <a:lstStyle/>
          <a:p>
            <a:fld id="{F9B68631-A26F-402F-B2D5-33462F67CA24}" type="datetimeFigureOut">
              <a:rPr lang="en-IN" smtClean="0"/>
              <a:t>03-02-2026</a:t>
            </a:fld>
            <a:endParaRPr lang="en-IN"/>
          </a:p>
        </p:txBody>
      </p:sp>
      <p:sp>
        <p:nvSpPr>
          <p:cNvPr id="8" name="Footer Placeholder 7">
            <a:extLst>
              <a:ext uri="{FF2B5EF4-FFF2-40B4-BE49-F238E27FC236}">
                <a16:creationId xmlns:a16="http://schemas.microsoft.com/office/drawing/2014/main" id="{7476BDEE-5675-4EE3-183E-69F2C464F32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6BAA7D8-91F1-EBE3-721D-3863B91D0B8B}"/>
              </a:ext>
            </a:extLst>
          </p:cNvPr>
          <p:cNvSpPr>
            <a:spLocks noGrp="1"/>
          </p:cNvSpPr>
          <p:nvPr>
            <p:ph type="sldNum" sz="quarter" idx="12"/>
          </p:nvPr>
        </p:nvSpPr>
        <p:spPr/>
        <p:txBody>
          <a:bodyPr/>
          <a:lstStyle/>
          <a:p>
            <a:fld id="{8B742323-CBDF-4D43-A88C-8B9994EED10C}" type="slidenum">
              <a:rPr lang="en-IN" smtClean="0"/>
              <a:t>‹#›</a:t>
            </a:fld>
            <a:endParaRPr lang="en-IN"/>
          </a:p>
        </p:txBody>
      </p:sp>
    </p:spTree>
    <p:extLst>
      <p:ext uri="{BB962C8B-B14F-4D97-AF65-F5344CB8AC3E}">
        <p14:creationId xmlns:p14="http://schemas.microsoft.com/office/powerpoint/2010/main" val="175124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939A6-33DF-7DBD-4194-151BB68BCA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C254B53-8BAE-96C9-A204-9261E2B0DAE1}"/>
              </a:ext>
            </a:extLst>
          </p:cNvPr>
          <p:cNvSpPr>
            <a:spLocks noGrp="1"/>
          </p:cNvSpPr>
          <p:nvPr>
            <p:ph type="dt" sz="half" idx="10"/>
          </p:nvPr>
        </p:nvSpPr>
        <p:spPr/>
        <p:txBody>
          <a:bodyPr/>
          <a:lstStyle/>
          <a:p>
            <a:fld id="{F9B68631-A26F-402F-B2D5-33462F67CA24}" type="datetimeFigureOut">
              <a:rPr lang="en-IN" smtClean="0"/>
              <a:t>03-02-2026</a:t>
            </a:fld>
            <a:endParaRPr lang="en-IN"/>
          </a:p>
        </p:txBody>
      </p:sp>
      <p:sp>
        <p:nvSpPr>
          <p:cNvPr id="4" name="Footer Placeholder 3">
            <a:extLst>
              <a:ext uri="{FF2B5EF4-FFF2-40B4-BE49-F238E27FC236}">
                <a16:creationId xmlns:a16="http://schemas.microsoft.com/office/drawing/2014/main" id="{6D6BBD7F-3C5B-5EA1-A1AF-4D8021965A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FDE28C2-9919-E6AA-ED52-0E9F13081267}"/>
              </a:ext>
            </a:extLst>
          </p:cNvPr>
          <p:cNvSpPr>
            <a:spLocks noGrp="1"/>
          </p:cNvSpPr>
          <p:nvPr>
            <p:ph type="sldNum" sz="quarter" idx="12"/>
          </p:nvPr>
        </p:nvSpPr>
        <p:spPr/>
        <p:txBody>
          <a:bodyPr/>
          <a:lstStyle/>
          <a:p>
            <a:fld id="{8B742323-CBDF-4D43-A88C-8B9994EED10C}" type="slidenum">
              <a:rPr lang="en-IN" smtClean="0"/>
              <a:t>‹#›</a:t>
            </a:fld>
            <a:endParaRPr lang="en-IN"/>
          </a:p>
        </p:txBody>
      </p:sp>
    </p:spTree>
    <p:extLst>
      <p:ext uri="{BB962C8B-B14F-4D97-AF65-F5344CB8AC3E}">
        <p14:creationId xmlns:p14="http://schemas.microsoft.com/office/powerpoint/2010/main" val="2267141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E3248A-43DA-269B-865C-C1AE1C456D52}"/>
              </a:ext>
            </a:extLst>
          </p:cNvPr>
          <p:cNvSpPr>
            <a:spLocks noGrp="1"/>
          </p:cNvSpPr>
          <p:nvPr>
            <p:ph type="dt" sz="half" idx="10"/>
          </p:nvPr>
        </p:nvSpPr>
        <p:spPr/>
        <p:txBody>
          <a:bodyPr/>
          <a:lstStyle/>
          <a:p>
            <a:fld id="{F9B68631-A26F-402F-B2D5-33462F67CA24}" type="datetimeFigureOut">
              <a:rPr lang="en-IN" smtClean="0"/>
              <a:t>03-02-2026</a:t>
            </a:fld>
            <a:endParaRPr lang="en-IN"/>
          </a:p>
        </p:txBody>
      </p:sp>
      <p:sp>
        <p:nvSpPr>
          <p:cNvPr id="3" name="Footer Placeholder 2">
            <a:extLst>
              <a:ext uri="{FF2B5EF4-FFF2-40B4-BE49-F238E27FC236}">
                <a16:creationId xmlns:a16="http://schemas.microsoft.com/office/drawing/2014/main" id="{23EBE10E-ED21-E650-702D-7D528402E34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8C57E86-D649-0880-2247-EE3F7259CB9D}"/>
              </a:ext>
            </a:extLst>
          </p:cNvPr>
          <p:cNvSpPr>
            <a:spLocks noGrp="1"/>
          </p:cNvSpPr>
          <p:nvPr>
            <p:ph type="sldNum" sz="quarter" idx="12"/>
          </p:nvPr>
        </p:nvSpPr>
        <p:spPr/>
        <p:txBody>
          <a:bodyPr/>
          <a:lstStyle/>
          <a:p>
            <a:fld id="{8B742323-CBDF-4D43-A88C-8B9994EED10C}" type="slidenum">
              <a:rPr lang="en-IN" smtClean="0"/>
              <a:t>‹#›</a:t>
            </a:fld>
            <a:endParaRPr lang="en-IN"/>
          </a:p>
        </p:txBody>
      </p:sp>
    </p:spTree>
    <p:extLst>
      <p:ext uri="{BB962C8B-B14F-4D97-AF65-F5344CB8AC3E}">
        <p14:creationId xmlns:p14="http://schemas.microsoft.com/office/powerpoint/2010/main" val="3006278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76D8F-A63F-9CBC-7589-FEB1D6A9C5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0014A1B-4B9D-9A60-E7F9-3912587BC4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CAD2A0-6E4F-CCFD-8419-7F314FF022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6E8FD5-D93C-8FCB-C608-8829DB695BF3}"/>
              </a:ext>
            </a:extLst>
          </p:cNvPr>
          <p:cNvSpPr>
            <a:spLocks noGrp="1"/>
          </p:cNvSpPr>
          <p:nvPr>
            <p:ph type="dt" sz="half" idx="10"/>
          </p:nvPr>
        </p:nvSpPr>
        <p:spPr/>
        <p:txBody>
          <a:bodyPr/>
          <a:lstStyle/>
          <a:p>
            <a:fld id="{F9B68631-A26F-402F-B2D5-33462F67CA24}" type="datetimeFigureOut">
              <a:rPr lang="en-IN" smtClean="0"/>
              <a:t>03-02-2026</a:t>
            </a:fld>
            <a:endParaRPr lang="en-IN"/>
          </a:p>
        </p:txBody>
      </p:sp>
      <p:sp>
        <p:nvSpPr>
          <p:cNvPr id="6" name="Footer Placeholder 5">
            <a:extLst>
              <a:ext uri="{FF2B5EF4-FFF2-40B4-BE49-F238E27FC236}">
                <a16:creationId xmlns:a16="http://schemas.microsoft.com/office/drawing/2014/main" id="{96A3FCCF-970C-064A-613D-B41FDC7959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FD08EF-B595-9E32-24AE-E027D44EFAB8}"/>
              </a:ext>
            </a:extLst>
          </p:cNvPr>
          <p:cNvSpPr>
            <a:spLocks noGrp="1"/>
          </p:cNvSpPr>
          <p:nvPr>
            <p:ph type="sldNum" sz="quarter" idx="12"/>
          </p:nvPr>
        </p:nvSpPr>
        <p:spPr/>
        <p:txBody>
          <a:bodyPr/>
          <a:lstStyle/>
          <a:p>
            <a:fld id="{8B742323-CBDF-4D43-A88C-8B9994EED10C}" type="slidenum">
              <a:rPr lang="en-IN" smtClean="0"/>
              <a:t>‹#›</a:t>
            </a:fld>
            <a:endParaRPr lang="en-IN"/>
          </a:p>
        </p:txBody>
      </p:sp>
    </p:spTree>
    <p:extLst>
      <p:ext uri="{BB962C8B-B14F-4D97-AF65-F5344CB8AC3E}">
        <p14:creationId xmlns:p14="http://schemas.microsoft.com/office/powerpoint/2010/main" val="3576194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95366-450A-656E-CCFA-81AB19F472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E621B70-EB93-11CD-CF5C-FF0DE346F9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7241C6-2F1C-F8CC-BA49-2D6A57693E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2D7D25-2715-45F9-41D4-CC9718B931BD}"/>
              </a:ext>
            </a:extLst>
          </p:cNvPr>
          <p:cNvSpPr>
            <a:spLocks noGrp="1"/>
          </p:cNvSpPr>
          <p:nvPr>
            <p:ph type="dt" sz="half" idx="10"/>
          </p:nvPr>
        </p:nvSpPr>
        <p:spPr/>
        <p:txBody>
          <a:bodyPr/>
          <a:lstStyle/>
          <a:p>
            <a:fld id="{F9B68631-A26F-402F-B2D5-33462F67CA24}" type="datetimeFigureOut">
              <a:rPr lang="en-IN" smtClean="0"/>
              <a:t>03-02-2026</a:t>
            </a:fld>
            <a:endParaRPr lang="en-IN"/>
          </a:p>
        </p:txBody>
      </p:sp>
      <p:sp>
        <p:nvSpPr>
          <p:cNvPr id="6" name="Footer Placeholder 5">
            <a:extLst>
              <a:ext uri="{FF2B5EF4-FFF2-40B4-BE49-F238E27FC236}">
                <a16:creationId xmlns:a16="http://schemas.microsoft.com/office/drawing/2014/main" id="{35259C5A-DF80-7BF1-F515-11A22DF4E6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3911E6-E194-B5BE-449F-9CA1970315A4}"/>
              </a:ext>
            </a:extLst>
          </p:cNvPr>
          <p:cNvSpPr>
            <a:spLocks noGrp="1"/>
          </p:cNvSpPr>
          <p:nvPr>
            <p:ph type="sldNum" sz="quarter" idx="12"/>
          </p:nvPr>
        </p:nvSpPr>
        <p:spPr/>
        <p:txBody>
          <a:bodyPr/>
          <a:lstStyle/>
          <a:p>
            <a:fld id="{8B742323-CBDF-4D43-A88C-8B9994EED10C}" type="slidenum">
              <a:rPr lang="en-IN" smtClean="0"/>
              <a:t>‹#›</a:t>
            </a:fld>
            <a:endParaRPr lang="en-IN"/>
          </a:p>
        </p:txBody>
      </p:sp>
    </p:spTree>
    <p:extLst>
      <p:ext uri="{BB962C8B-B14F-4D97-AF65-F5344CB8AC3E}">
        <p14:creationId xmlns:p14="http://schemas.microsoft.com/office/powerpoint/2010/main" val="1386622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7F22-5E97-4D19-CFAF-41F26ADD77E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64D0DD-C128-3611-5B07-C8197E2478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0787A-A0C5-A411-8C70-1DA933E914A1}"/>
              </a:ext>
            </a:extLst>
          </p:cNvPr>
          <p:cNvSpPr>
            <a:spLocks noGrp="1"/>
          </p:cNvSpPr>
          <p:nvPr>
            <p:ph type="dt" sz="half" idx="10"/>
          </p:nvPr>
        </p:nvSpPr>
        <p:spPr/>
        <p:txBody>
          <a:bodyPr/>
          <a:lstStyle/>
          <a:p>
            <a:fld id="{F9B68631-A26F-402F-B2D5-33462F67CA24}" type="datetimeFigureOut">
              <a:rPr lang="en-IN" smtClean="0"/>
              <a:t>03-02-2026</a:t>
            </a:fld>
            <a:endParaRPr lang="en-IN"/>
          </a:p>
        </p:txBody>
      </p:sp>
      <p:sp>
        <p:nvSpPr>
          <p:cNvPr id="5" name="Footer Placeholder 4">
            <a:extLst>
              <a:ext uri="{FF2B5EF4-FFF2-40B4-BE49-F238E27FC236}">
                <a16:creationId xmlns:a16="http://schemas.microsoft.com/office/drawing/2014/main" id="{808C66A7-F2DD-43D0-F415-BB89CADC83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9617E4-10D5-2A43-E8BC-40790D4EB34A}"/>
              </a:ext>
            </a:extLst>
          </p:cNvPr>
          <p:cNvSpPr>
            <a:spLocks noGrp="1"/>
          </p:cNvSpPr>
          <p:nvPr>
            <p:ph type="sldNum" sz="quarter" idx="12"/>
          </p:nvPr>
        </p:nvSpPr>
        <p:spPr/>
        <p:txBody>
          <a:bodyPr/>
          <a:lstStyle/>
          <a:p>
            <a:fld id="{8B742323-CBDF-4D43-A88C-8B9994EED10C}" type="slidenum">
              <a:rPr lang="en-IN" smtClean="0"/>
              <a:t>‹#›</a:t>
            </a:fld>
            <a:endParaRPr lang="en-IN"/>
          </a:p>
        </p:txBody>
      </p:sp>
    </p:spTree>
    <p:extLst>
      <p:ext uri="{BB962C8B-B14F-4D97-AF65-F5344CB8AC3E}">
        <p14:creationId xmlns:p14="http://schemas.microsoft.com/office/powerpoint/2010/main" val="3215427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74D4B9-5169-6156-2B10-379CD46CA09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975C19-209B-0F54-DBC2-8CB0DABCE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6EDA27-E515-800E-945E-F3B5F88068F1}"/>
              </a:ext>
            </a:extLst>
          </p:cNvPr>
          <p:cNvSpPr>
            <a:spLocks noGrp="1"/>
          </p:cNvSpPr>
          <p:nvPr>
            <p:ph type="dt" sz="half" idx="10"/>
          </p:nvPr>
        </p:nvSpPr>
        <p:spPr/>
        <p:txBody>
          <a:bodyPr/>
          <a:lstStyle/>
          <a:p>
            <a:fld id="{F9B68631-A26F-402F-B2D5-33462F67CA24}" type="datetimeFigureOut">
              <a:rPr lang="en-IN" smtClean="0"/>
              <a:t>03-02-2026</a:t>
            </a:fld>
            <a:endParaRPr lang="en-IN"/>
          </a:p>
        </p:txBody>
      </p:sp>
      <p:sp>
        <p:nvSpPr>
          <p:cNvPr id="5" name="Footer Placeholder 4">
            <a:extLst>
              <a:ext uri="{FF2B5EF4-FFF2-40B4-BE49-F238E27FC236}">
                <a16:creationId xmlns:a16="http://schemas.microsoft.com/office/drawing/2014/main" id="{A83615CE-0473-73D7-7422-1CCC48D68B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4E075F-2D40-78F3-528B-3AE09DF4E376}"/>
              </a:ext>
            </a:extLst>
          </p:cNvPr>
          <p:cNvSpPr>
            <a:spLocks noGrp="1"/>
          </p:cNvSpPr>
          <p:nvPr>
            <p:ph type="sldNum" sz="quarter" idx="12"/>
          </p:nvPr>
        </p:nvSpPr>
        <p:spPr/>
        <p:txBody>
          <a:bodyPr/>
          <a:lstStyle/>
          <a:p>
            <a:fld id="{8B742323-CBDF-4D43-A88C-8B9994EED10C}" type="slidenum">
              <a:rPr lang="en-IN" smtClean="0"/>
              <a:t>‹#›</a:t>
            </a:fld>
            <a:endParaRPr lang="en-IN"/>
          </a:p>
        </p:txBody>
      </p:sp>
    </p:spTree>
    <p:extLst>
      <p:ext uri="{BB962C8B-B14F-4D97-AF65-F5344CB8AC3E}">
        <p14:creationId xmlns:p14="http://schemas.microsoft.com/office/powerpoint/2010/main" val="1238341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86FF5B-BBF4-50A4-2DB2-20FF67B33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891425-0A70-BE3A-9F58-FC681BA17E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D0E4AA-411F-E457-8A55-DD7DF0951B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B68631-A26F-402F-B2D5-33462F67CA24}" type="datetimeFigureOut">
              <a:rPr lang="en-IN" smtClean="0"/>
              <a:t>03-02-2026</a:t>
            </a:fld>
            <a:endParaRPr lang="en-IN"/>
          </a:p>
        </p:txBody>
      </p:sp>
      <p:sp>
        <p:nvSpPr>
          <p:cNvPr id="5" name="Footer Placeholder 4">
            <a:extLst>
              <a:ext uri="{FF2B5EF4-FFF2-40B4-BE49-F238E27FC236}">
                <a16:creationId xmlns:a16="http://schemas.microsoft.com/office/drawing/2014/main" id="{422B581B-0319-7661-27E8-8AF41DEC44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E7D22B1-2F63-BA31-FA49-D8929FF7DF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742323-CBDF-4D43-A88C-8B9994EED10C}" type="slidenum">
              <a:rPr lang="en-IN" smtClean="0"/>
              <a:t>‹#›</a:t>
            </a:fld>
            <a:endParaRPr lang="en-IN"/>
          </a:p>
        </p:txBody>
      </p:sp>
    </p:spTree>
    <p:extLst>
      <p:ext uri="{BB962C8B-B14F-4D97-AF65-F5344CB8AC3E}">
        <p14:creationId xmlns:p14="http://schemas.microsoft.com/office/powerpoint/2010/main" val="3350979337"/>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28F24EC-12E9-C073-FE19-E2C166081270}"/>
              </a:ext>
            </a:extLst>
          </p:cNvPr>
          <p:cNvSpPr txBox="1"/>
          <p:nvPr/>
        </p:nvSpPr>
        <p:spPr>
          <a:xfrm>
            <a:off x="947444" y="2443316"/>
            <a:ext cx="8589846" cy="1569660"/>
          </a:xfrm>
          <a:prstGeom prst="rect">
            <a:avLst/>
          </a:prstGeom>
          <a:noFill/>
        </p:spPr>
        <p:txBody>
          <a:bodyPr wrap="square" rtlCol="0">
            <a:spAutoFit/>
          </a:bodyPr>
          <a:lstStyle/>
          <a:p>
            <a:r>
              <a:rPr lang="en-US" sz="3200" b="1" dirty="0">
                <a:latin typeface="Bahnschrift Light SemiCondensed" panose="020B0502040204020203" pitchFamily="34" charset="0"/>
              </a:rPr>
              <a:t>Weather Data Analysis &amp; Rainfall Prediction for Groundwater Management &amp; Overflow prevention in Tank/Well/Pond/Dam</a:t>
            </a:r>
            <a:endParaRPr lang="en-US" sz="3200" dirty="0">
              <a:latin typeface="Bahnschrift Light SemiCondensed" panose="020B0502040204020203" pitchFamily="34" charset="0"/>
            </a:endParaRPr>
          </a:p>
        </p:txBody>
      </p:sp>
      <p:sp>
        <p:nvSpPr>
          <p:cNvPr id="2" name="TextBox 1">
            <a:extLst>
              <a:ext uri="{FF2B5EF4-FFF2-40B4-BE49-F238E27FC236}">
                <a16:creationId xmlns:a16="http://schemas.microsoft.com/office/drawing/2014/main" id="{F3BC6582-1EDB-25F6-E89B-BA503DC6B23D}"/>
              </a:ext>
            </a:extLst>
          </p:cNvPr>
          <p:cNvSpPr txBox="1"/>
          <p:nvPr/>
        </p:nvSpPr>
        <p:spPr>
          <a:xfrm>
            <a:off x="2516697" y="738231"/>
            <a:ext cx="6031684" cy="1015663"/>
          </a:xfrm>
          <a:prstGeom prst="rect">
            <a:avLst/>
          </a:prstGeom>
          <a:noFill/>
        </p:spPr>
        <p:txBody>
          <a:bodyPr wrap="square" rtlCol="0">
            <a:spAutoFit/>
          </a:bodyPr>
          <a:lstStyle/>
          <a:p>
            <a:r>
              <a:rPr lang="en-IN" sz="6000" dirty="0">
                <a:latin typeface="Baskerville Old Face" panose="02020602080505020303" pitchFamily="18" charset="0"/>
              </a:rPr>
              <a:t>Additional Project</a:t>
            </a:r>
          </a:p>
        </p:txBody>
      </p:sp>
      <p:pic>
        <p:nvPicPr>
          <p:cNvPr id="6" name="Picture 5">
            <a:extLst>
              <a:ext uri="{FF2B5EF4-FFF2-40B4-BE49-F238E27FC236}">
                <a16:creationId xmlns:a16="http://schemas.microsoft.com/office/drawing/2014/main" id="{E5F5F132-4FBD-9818-C850-4D3B76076566}"/>
              </a:ext>
            </a:extLst>
          </p:cNvPr>
          <p:cNvPicPr>
            <a:picLocks noChangeAspect="1"/>
          </p:cNvPicPr>
          <p:nvPr/>
        </p:nvPicPr>
        <p:blipFill>
          <a:blip r:embed="rId2">
            <a:extLst>
              <a:ext uri="{28A0092B-C50C-407E-A947-70E740481C1C}">
                <a14:useLocalDpi xmlns:a14="http://schemas.microsoft.com/office/drawing/2010/main" val="0"/>
              </a:ext>
            </a:extLst>
          </a:blip>
          <a:srcRect l="1621" t="27156" r="4251" b="27829"/>
          <a:stretch>
            <a:fillRect/>
          </a:stretch>
        </p:blipFill>
        <p:spPr>
          <a:xfrm>
            <a:off x="5850194" y="3796928"/>
            <a:ext cx="4267200" cy="3061072"/>
          </a:xfrm>
          <a:prstGeom prst="rect">
            <a:avLst/>
          </a:prstGeom>
        </p:spPr>
      </p:pic>
      <p:sp>
        <p:nvSpPr>
          <p:cNvPr id="7" name="TextBox 6">
            <a:extLst>
              <a:ext uri="{FF2B5EF4-FFF2-40B4-BE49-F238E27FC236}">
                <a16:creationId xmlns:a16="http://schemas.microsoft.com/office/drawing/2014/main" id="{E8DE278B-C933-5D12-4448-7A1175D1C1FF}"/>
              </a:ext>
            </a:extLst>
          </p:cNvPr>
          <p:cNvSpPr txBox="1"/>
          <p:nvPr/>
        </p:nvSpPr>
        <p:spPr>
          <a:xfrm>
            <a:off x="960444" y="4414683"/>
            <a:ext cx="1707519" cy="923330"/>
          </a:xfrm>
          <a:prstGeom prst="rect">
            <a:avLst/>
          </a:prstGeom>
          <a:noFill/>
        </p:spPr>
        <p:txBody>
          <a:bodyPr wrap="none" rtlCol="0">
            <a:spAutoFit/>
          </a:bodyPr>
          <a:lstStyle/>
          <a:p>
            <a:r>
              <a:rPr lang="en-IN" dirty="0"/>
              <a:t>Abhishek Anand</a:t>
            </a:r>
          </a:p>
          <a:p>
            <a:r>
              <a:rPr lang="en-IN" dirty="0"/>
              <a:t>S20230010003</a:t>
            </a:r>
          </a:p>
          <a:p>
            <a:r>
              <a:rPr lang="en-IN" dirty="0"/>
              <a:t>UG-3</a:t>
            </a:r>
          </a:p>
        </p:txBody>
      </p:sp>
    </p:spTree>
    <p:extLst>
      <p:ext uri="{BB962C8B-B14F-4D97-AF65-F5344CB8AC3E}">
        <p14:creationId xmlns:p14="http://schemas.microsoft.com/office/powerpoint/2010/main" val="3396061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4246F1-1140-1A9B-3CEA-8721187487DA}"/>
              </a:ext>
            </a:extLst>
          </p:cNvPr>
          <p:cNvSpPr txBox="1"/>
          <p:nvPr/>
        </p:nvSpPr>
        <p:spPr>
          <a:xfrm>
            <a:off x="2676089" y="645952"/>
            <a:ext cx="3353803" cy="1015663"/>
          </a:xfrm>
          <a:prstGeom prst="rect">
            <a:avLst/>
          </a:prstGeom>
          <a:noFill/>
        </p:spPr>
        <p:txBody>
          <a:bodyPr wrap="none" rtlCol="0">
            <a:spAutoFit/>
          </a:bodyPr>
          <a:lstStyle/>
          <a:p>
            <a:r>
              <a:rPr lang="en-IN" sz="6000" dirty="0">
                <a:latin typeface="Baskerville Old Face" panose="02020602080505020303" pitchFamily="18" charset="0"/>
              </a:rPr>
              <a:t>Objectives</a:t>
            </a:r>
          </a:p>
        </p:txBody>
      </p:sp>
      <p:sp>
        <p:nvSpPr>
          <p:cNvPr id="3" name="TextBox 2">
            <a:extLst>
              <a:ext uri="{FF2B5EF4-FFF2-40B4-BE49-F238E27FC236}">
                <a16:creationId xmlns:a16="http://schemas.microsoft.com/office/drawing/2014/main" id="{C4828906-AE13-918E-222A-49CD0C4E0141}"/>
              </a:ext>
            </a:extLst>
          </p:cNvPr>
          <p:cNvSpPr txBox="1"/>
          <p:nvPr/>
        </p:nvSpPr>
        <p:spPr>
          <a:xfrm>
            <a:off x="1510267" y="2095490"/>
            <a:ext cx="9171466" cy="5078313"/>
          </a:xfrm>
          <a:prstGeom prst="rect">
            <a:avLst/>
          </a:prstGeom>
          <a:noFill/>
        </p:spPr>
        <p:txBody>
          <a:bodyPr wrap="square" rtlCol="0">
            <a:spAutoFit/>
          </a:bodyPr>
          <a:lstStyle/>
          <a:p>
            <a:r>
              <a:rPr lang="en-US" b="1" dirty="0"/>
              <a:t>1. Rainfall Prediction and Forecasting</a:t>
            </a:r>
          </a:p>
          <a:p>
            <a:r>
              <a:rPr lang="en-US" dirty="0"/>
              <a:t>Develop a predictive model using meteorological parameters (humidity, dew point, barometric pressure, temperature, wind patterns) to forecast rainfall events with sufficient lead time. This enables proactive decision-making for water resource management before rain occurs.</a:t>
            </a:r>
          </a:p>
          <a:p>
            <a:endParaRPr lang="en-US" dirty="0"/>
          </a:p>
          <a:p>
            <a:r>
              <a:rPr lang="en-US" b="1" dirty="0"/>
              <a:t>2. Groundwater Level Estimation</a:t>
            </a:r>
          </a:p>
          <a:p>
            <a:r>
              <a:rPr lang="en-US" dirty="0"/>
              <a:t>Estimate and predict groundwater levels in wells/dams based on historical rainfall data, evapotranspiration rates, soil infiltration, and current storage capacity. This involves modeling the relationship between precipitation inputs and groundwater recharge to understand how quickly water accumulates after rainfall events.</a:t>
            </a:r>
          </a:p>
          <a:p>
            <a:endParaRPr lang="en-US" dirty="0"/>
          </a:p>
          <a:p>
            <a:r>
              <a:rPr lang="en-US" b="1" dirty="0"/>
              <a:t>3. Overflow Prevention System</a:t>
            </a:r>
          </a:p>
          <a:p>
            <a:r>
              <a:rPr lang="en-US" dirty="0"/>
              <a:t>Design an intelligent alert and control system that predicts when wells/dams will reach critical capacity levels based on forecasted rainfall and current water levels. The system should trigger preventive measures before overflow occurs, protecting infrastructure and preventing water wastage or flooding.</a:t>
            </a:r>
          </a:p>
          <a:p>
            <a:endParaRPr lang="en-US" dirty="0"/>
          </a:p>
          <a:p>
            <a:endParaRPr lang="en-IN" dirty="0"/>
          </a:p>
        </p:txBody>
      </p:sp>
    </p:spTree>
    <p:extLst>
      <p:ext uri="{BB962C8B-B14F-4D97-AF65-F5344CB8AC3E}">
        <p14:creationId xmlns:p14="http://schemas.microsoft.com/office/powerpoint/2010/main" val="2578124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E4E581-A342-CA71-EACD-9B4EC096B97A}"/>
              </a:ext>
            </a:extLst>
          </p:cNvPr>
          <p:cNvSpPr txBox="1"/>
          <p:nvPr/>
        </p:nvSpPr>
        <p:spPr>
          <a:xfrm>
            <a:off x="2676089" y="645952"/>
            <a:ext cx="3353803" cy="1015663"/>
          </a:xfrm>
          <a:prstGeom prst="rect">
            <a:avLst/>
          </a:prstGeom>
          <a:noFill/>
        </p:spPr>
        <p:txBody>
          <a:bodyPr wrap="none" rtlCol="0">
            <a:spAutoFit/>
          </a:bodyPr>
          <a:lstStyle/>
          <a:p>
            <a:r>
              <a:rPr lang="en-IN" sz="6000" dirty="0">
                <a:latin typeface="Baskerville Old Face" panose="02020602080505020303" pitchFamily="18" charset="0"/>
              </a:rPr>
              <a:t>Objectives</a:t>
            </a:r>
          </a:p>
        </p:txBody>
      </p:sp>
      <p:sp>
        <p:nvSpPr>
          <p:cNvPr id="3" name="TextBox 2">
            <a:extLst>
              <a:ext uri="{FF2B5EF4-FFF2-40B4-BE49-F238E27FC236}">
                <a16:creationId xmlns:a16="http://schemas.microsoft.com/office/drawing/2014/main" id="{02511C56-70B2-69B9-6F52-ECFE3F2128AE}"/>
              </a:ext>
            </a:extLst>
          </p:cNvPr>
          <p:cNvSpPr txBox="1"/>
          <p:nvPr/>
        </p:nvSpPr>
        <p:spPr>
          <a:xfrm>
            <a:off x="1745159" y="2221325"/>
            <a:ext cx="9171466" cy="4247317"/>
          </a:xfrm>
          <a:prstGeom prst="rect">
            <a:avLst/>
          </a:prstGeom>
          <a:noFill/>
        </p:spPr>
        <p:txBody>
          <a:bodyPr wrap="square" rtlCol="0">
            <a:spAutoFit/>
          </a:bodyPr>
          <a:lstStyle/>
          <a:p>
            <a:r>
              <a:rPr lang="en-US" b="1" dirty="0"/>
              <a:t>4. Optimal Pumping Schedule Optimization</a:t>
            </a:r>
          </a:p>
          <a:p>
            <a:r>
              <a:rPr lang="en-US" dirty="0"/>
              <a:t>Determine the optimal pumping strategy including:</a:t>
            </a:r>
          </a:p>
          <a:p>
            <a:r>
              <a:rPr lang="en-US" b="1" dirty="0"/>
              <a:t>	When to pump</a:t>
            </a:r>
            <a:r>
              <a:rPr lang="en-US" dirty="0"/>
              <a:t>: Timing based on rainfall forecasts, current water levels, and 			            downstream demand</a:t>
            </a:r>
          </a:p>
          <a:p>
            <a:r>
              <a:rPr lang="en-US" b="1" dirty="0"/>
              <a:t>	Pumping speed/rate</a:t>
            </a:r>
            <a:r>
              <a:rPr lang="en-US" dirty="0"/>
              <a:t>: Calculate the required flow rate to safely discharge excess water 		            without causing erosion or overwhelming drainage systems</a:t>
            </a:r>
          </a:p>
          <a:p>
            <a:r>
              <a:rPr lang="en-US" b="1" dirty="0"/>
              <a:t>	Duration</a:t>
            </a:r>
            <a:r>
              <a:rPr lang="en-US" dirty="0"/>
              <a:t>: How long pumping should continue to maintain safe reservoir levels while 		             maximizing water storage</a:t>
            </a:r>
          </a:p>
          <a:p>
            <a:endParaRPr lang="en-US" dirty="0"/>
          </a:p>
          <a:p>
            <a:r>
              <a:rPr lang="en-US" b="1" dirty="0"/>
              <a:t>5. Water Resource Management Dashboard</a:t>
            </a:r>
          </a:p>
          <a:p>
            <a:r>
              <a:rPr lang="en-US" dirty="0"/>
              <a:t>Create an automated decision support system that integrates real-time weather data, groundwater monitoring, and predictive models to provide actionable recommendations for water managers. This includes visualization of current conditions, future projections, and automated alerts for critical thresholds requiring intervention.</a:t>
            </a:r>
          </a:p>
          <a:p>
            <a:endParaRPr lang="en-IN" dirty="0"/>
          </a:p>
        </p:txBody>
      </p:sp>
    </p:spTree>
    <p:extLst>
      <p:ext uri="{BB962C8B-B14F-4D97-AF65-F5344CB8AC3E}">
        <p14:creationId xmlns:p14="http://schemas.microsoft.com/office/powerpoint/2010/main" val="2365116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9ACD8-FCB6-BDAB-07B5-227CD82805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6A87F7-35F7-D617-EB35-EB899C6AD8E3}"/>
              </a:ext>
            </a:extLst>
          </p:cNvPr>
          <p:cNvSpPr txBox="1"/>
          <p:nvPr/>
        </p:nvSpPr>
        <p:spPr>
          <a:xfrm>
            <a:off x="2770983" y="650218"/>
            <a:ext cx="6098177" cy="830997"/>
          </a:xfrm>
          <a:prstGeom prst="rect">
            <a:avLst/>
          </a:prstGeom>
          <a:noFill/>
        </p:spPr>
        <p:txBody>
          <a:bodyPr wrap="square">
            <a:spAutoFit/>
          </a:bodyPr>
          <a:lstStyle/>
          <a:p>
            <a:r>
              <a:rPr lang="en-IN" sz="4800" dirty="0">
                <a:latin typeface="Baskerville Old Face" panose="02020602080505020303" pitchFamily="18" charset="0"/>
              </a:rPr>
              <a:t>Progress achieved so far</a:t>
            </a:r>
          </a:p>
        </p:txBody>
      </p:sp>
      <p:pic>
        <p:nvPicPr>
          <p:cNvPr id="20" name="Picture 19">
            <a:extLst>
              <a:ext uri="{FF2B5EF4-FFF2-40B4-BE49-F238E27FC236}">
                <a16:creationId xmlns:a16="http://schemas.microsoft.com/office/drawing/2014/main" id="{64698174-7552-9C08-E9AA-8D88878A80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580" y="1802332"/>
            <a:ext cx="2913576" cy="3791640"/>
          </a:xfrm>
          <a:prstGeom prst="rect">
            <a:avLst/>
          </a:prstGeom>
        </p:spPr>
      </p:pic>
      <p:sp>
        <p:nvSpPr>
          <p:cNvPr id="8" name="TextBox 7">
            <a:extLst>
              <a:ext uri="{FF2B5EF4-FFF2-40B4-BE49-F238E27FC236}">
                <a16:creationId xmlns:a16="http://schemas.microsoft.com/office/drawing/2014/main" id="{F71EEEA6-4884-846A-3566-4C9192B3F48B}"/>
              </a:ext>
            </a:extLst>
          </p:cNvPr>
          <p:cNvSpPr txBox="1"/>
          <p:nvPr/>
        </p:nvSpPr>
        <p:spPr>
          <a:xfrm>
            <a:off x="4090311" y="1685788"/>
            <a:ext cx="7324109" cy="5293757"/>
          </a:xfrm>
          <a:prstGeom prst="rect">
            <a:avLst/>
          </a:prstGeom>
          <a:noFill/>
        </p:spPr>
        <p:txBody>
          <a:bodyPr wrap="square" rtlCol="0">
            <a:spAutoFit/>
          </a:bodyPr>
          <a:lstStyle/>
          <a:p>
            <a:pPr marL="457200" indent="-457200">
              <a:buFont typeface="+mj-lt"/>
              <a:buAutoNum type="arabicPeriod"/>
            </a:pPr>
            <a:r>
              <a:rPr lang="en-IN" sz="2000" dirty="0"/>
              <a:t>Data Loading &amp; Exploration – </a:t>
            </a:r>
          </a:p>
          <a:p>
            <a:pPr marL="914400" lvl="1" indent="-457200">
              <a:buFont typeface="Arial" panose="020B0604020202020204" pitchFamily="34" charset="0"/>
              <a:buChar char="•"/>
            </a:pPr>
            <a:r>
              <a:rPr lang="en-IN" sz="2000" dirty="0"/>
              <a:t>Data parsing from provided .txt file into .csv , along with column names and delimiter fixing.</a:t>
            </a:r>
          </a:p>
          <a:p>
            <a:pPr lvl="1"/>
            <a:endParaRPr lang="en-IN" sz="2000" dirty="0"/>
          </a:p>
          <a:p>
            <a:pPr marL="914400" lvl="1" indent="-457200">
              <a:buFont typeface="Arial" panose="020B0604020202020204" pitchFamily="34" charset="0"/>
              <a:buChar char="•"/>
            </a:pPr>
            <a:r>
              <a:rPr lang="en-IN" sz="2000" dirty="0"/>
              <a:t>Preliminary data analysis, learning how each feature impacts rain and other weather parameters and their significance [like EMC, ET, Dew Pt., THW, THSW Index]</a:t>
            </a:r>
          </a:p>
          <a:p>
            <a:pPr lvl="1"/>
            <a:endParaRPr lang="en-IN" sz="2000" dirty="0"/>
          </a:p>
          <a:p>
            <a:pPr marL="914400" lvl="1" indent="-457200">
              <a:buFont typeface="Arial" panose="020B0604020202020204" pitchFamily="34" charset="0"/>
              <a:buChar char="•"/>
            </a:pPr>
            <a:r>
              <a:rPr lang="en-IN" sz="2000" dirty="0"/>
              <a:t>Further pre-processing like handling missing values, encoding categorical data [ </a:t>
            </a:r>
            <a:r>
              <a:rPr lang="en-IN" dirty="0" err="1"/>
              <a:t>Wind_Dir</a:t>
            </a:r>
            <a:r>
              <a:rPr lang="en-IN" dirty="0"/>
              <a:t> &amp; </a:t>
            </a:r>
            <a:r>
              <a:rPr lang="en-IN" dirty="0" err="1"/>
              <a:t>Hi_Dir</a:t>
            </a:r>
            <a:r>
              <a:rPr lang="en-IN" dirty="0"/>
              <a:t> </a:t>
            </a:r>
            <a:r>
              <a:rPr lang="en-IN" sz="2000" dirty="0"/>
              <a:t>were Object type ] storing wind direction in text format like NE, WNW, SW. I tried to convert it to degrees and then use sin/cos transformation to make direction cyclic so model could make some sense out of the direction and actually benefit in predictions.</a:t>
            </a:r>
          </a:p>
          <a:p>
            <a:pPr marL="457200" indent="-457200">
              <a:buAutoNum type="arabicPeriod"/>
            </a:pPr>
            <a:endParaRPr lang="en-IN" sz="2000" dirty="0"/>
          </a:p>
          <a:p>
            <a:endParaRPr lang="en-IN" dirty="0"/>
          </a:p>
        </p:txBody>
      </p:sp>
    </p:spTree>
    <p:extLst>
      <p:ext uri="{BB962C8B-B14F-4D97-AF65-F5344CB8AC3E}">
        <p14:creationId xmlns:p14="http://schemas.microsoft.com/office/powerpoint/2010/main" val="850545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153F1-86D6-7958-822E-E67683743F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8D830CD-BF25-3D1C-B5F3-D781851AFF47}"/>
              </a:ext>
            </a:extLst>
          </p:cNvPr>
          <p:cNvSpPr txBox="1"/>
          <p:nvPr/>
        </p:nvSpPr>
        <p:spPr>
          <a:xfrm>
            <a:off x="2770983" y="650218"/>
            <a:ext cx="6098177" cy="830997"/>
          </a:xfrm>
          <a:prstGeom prst="rect">
            <a:avLst/>
          </a:prstGeom>
          <a:noFill/>
        </p:spPr>
        <p:txBody>
          <a:bodyPr wrap="square">
            <a:spAutoFit/>
          </a:bodyPr>
          <a:lstStyle/>
          <a:p>
            <a:r>
              <a:rPr lang="en-IN" sz="4800" dirty="0">
                <a:latin typeface="Baskerville Old Face" panose="02020602080505020303" pitchFamily="18" charset="0"/>
              </a:rPr>
              <a:t>Progress achieved so far</a:t>
            </a:r>
          </a:p>
        </p:txBody>
      </p:sp>
      <p:pic>
        <p:nvPicPr>
          <p:cNvPr id="20" name="Picture 19">
            <a:extLst>
              <a:ext uri="{FF2B5EF4-FFF2-40B4-BE49-F238E27FC236}">
                <a16:creationId xmlns:a16="http://schemas.microsoft.com/office/drawing/2014/main" id="{44A69272-8BDD-106A-DB4A-593CD67F02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580" y="1793943"/>
            <a:ext cx="2913576" cy="3791640"/>
          </a:xfrm>
          <a:prstGeom prst="rect">
            <a:avLst/>
          </a:prstGeom>
        </p:spPr>
      </p:pic>
      <p:sp>
        <p:nvSpPr>
          <p:cNvPr id="8" name="TextBox 7">
            <a:extLst>
              <a:ext uri="{FF2B5EF4-FFF2-40B4-BE49-F238E27FC236}">
                <a16:creationId xmlns:a16="http://schemas.microsoft.com/office/drawing/2014/main" id="{995F1DE9-1389-D568-E1D2-A7B1B59C5F06}"/>
              </a:ext>
            </a:extLst>
          </p:cNvPr>
          <p:cNvSpPr txBox="1"/>
          <p:nvPr/>
        </p:nvSpPr>
        <p:spPr>
          <a:xfrm>
            <a:off x="4395310" y="1793943"/>
            <a:ext cx="7423063" cy="5016758"/>
          </a:xfrm>
          <a:prstGeom prst="rect">
            <a:avLst/>
          </a:prstGeom>
          <a:noFill/>
        </p:spPr>
        <p:txBody>
          <a:bodyPr wrap="square" rtlCol="0">
            <a:spAutoFit/>
          </a:bodyPr>
          <a:lstStyle/>
          <a:p>
            <a:r>
              <a:rPr lang="en-IN" sz="2000" dirty="0"/>
              <a:t>2. EDA (distributions, correlations, missing values) –	</a:t>
            </a:r>
          </a:p>
          <a:p>
            <a:pPr marL="800100" lvl="1" indent="-342900">
              <a:buFont typeface="Arial" panose="020B0604020202020204" pitchFamily="34" charset="0"/>
              <a:buChar char="•"/>
            </a:pPr>
            <a:r>
              <a:rPr lang="en-IN" sz="2000" dirty="0"/>
              <a:t>Performed basic exploratory data analysis, with different kinds of plots &amp; heatmaps to understand the dependence of features with other aspects and with respect to rain              [ex – THW = -0.31 higher heat so less rainfall, </a:t>
            </a:r>
            <a:r>
              <a:rPr lang="en-IN" sz="2000" dirty="0" err="1"/>
              <a:t>In_Hum</a:t>
            </a:r>
            <a:r>
              <a:rPr lang="en-IN" sz="2000" dirty="0"/>
              <a:t> = 0.28 high humidity so high chances of precipitation]</a:t>
            </a:r>
          </a:p>
          <a:p>
            <a:pPr lvl="1"/>
            <a:endParaRPr lang="en-IN" sz="2000" dirty="0"/>
          </a:p>
          <a:p>
            <a:pPr marL="800100" lvl="1" indent="-342900">
              <a:buFont typeface="Arial" panose="020B0604020202020204" pitchFamily="34" charset="0"/>
              <a:buChar char="•"/>
            </a:pPr>
            <a:r>
              <a:rPr lang="en-IN" sz="2000" dirty="0"/>
              <a:t>Datetime parsing from separate strings [date, time] to datetime for quick comparison and matching with groundwater level dataset, since both datasets have recorded datapoints at different time so mapped to take hourly average then map based on hour of day.</a:t>
            </a:r>
          </a:p>
          <a:p>
            <a:pPr marL="800100" lvl="1" indent="-342900">
              <a:buFont typeface="Arial" panose="020B0604020202020204" pitchFamily="34" charset="0"/>
              <a:buChar char="•"/>
            </a:pPr>
            <a:endParaRPr lang="en-IN" sz="2000" dirty="0"/>
          </a:p>
          <a:p>
            <a:pPr marL="800100" lvl="1" indent="-342900">
              <a:buFont typeface="Arial" panose="020B0604020202020204" pitchFamily="34" charset="0"/>
              <a:buChar char="•"/>
            </a:pPr>
            <a:r>
              <a:rPr lang="en-IN" sz="2000" dirty="0"/>
              <a:t>Merging groundwater data with weather info and then performing preliminary analysis and processing.</a:t>
            </a:r>
          </a:p>
          <a:p>
            <a:endParaRPr lang="en-IN" sz="2000" dirty="0"/>
          </a:p>
        </p:txBody>
      </p:sp>
    </p:spTree>
    <p:extLst>
      <p:ext uri="{BB962C8B-B14F-4D97-AF65-F5344CB8AC3E}">
        <p14:creationId xmlns:p14="http://schemas.microsoft.com/office/powerpoint/2010/main" val="11499315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1095</TotalTime>
  <Words>568</Words>
  <Application>Microsoft Office PowerPoint</Application>
  <PresentationFormat>Widescreen</PresentationFormat>
  <Paragraphs>37</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Bahnschrift Light SemiCondensed</vt:lpstr>
      <vt:lpstr>Baskerville Old Face</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Anand</dc:creator>
  <cp:lastModifiedBy>Abhishek Anand</cp:lastModifiedBy>
  <cp:revision>2</cp:revision>
  <dcterms:created xsi:type="dcterms:W3CDTF">2025-04-05T06:11:22Z</dcterms:created>
  <dcterms:modified xsi:type="dcterms:W3CDTF">2026-02-03T15:16:45Z</dcterms:modified>
</cp:coreProperties>
</file>